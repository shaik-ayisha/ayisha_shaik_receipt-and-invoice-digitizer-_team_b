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ilita One" charset="1" panose="02000000000000000000"/>
      <p:regular r:id="rId20"/>
    </p:embeddedFont>
    <p:embeddedFont>
      <p:font typeface="Fredoka" charset="1" panose="02000000000000000000"/>
      <p:regular r:id="rId21"/>
    </p:embeddedFont>
    <p:embeddedFont>
      <p:font typeface="Cocomat Pro" charset="1" panose="00000500000000000000"/>
      <p:regular r:id="rId22"/>
    </p:embeddedFont>
    <p:embeddedFont>
      <p:font typeface="Cocomat Pro Bold" charset="1" panose="000007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44.jpeg" Type="http://schemas.openxmlformats.org/officeDocument/2006/relationships/image"/><Relationship Id="rId13" Target="../media/image4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46.jpeg" Type="http://schemas.openxmlformats.org/officeDocument/2006/relationships/image"/><Relationship Id="rId13" Target="../media/image47.jpeg" Type="http://schemas.openxmlformats.org/officeDocument/2006/relationships/image"/><Relationship Id="rId14" Target="../media/image48.jpeg" Type="http://schemas.openxmlformats.org/officeDocument/2006/relationships/image"/><Relationship Id="rId15" Target="../media/image4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0.jpeg" Type="http://schemas.openxmlformats.org/officeDocument/2006/relationships/image"/><Relationship Id="rId13" Target="../media/image51.jpeg" Type="http://schemas.openxmlformats.org/officeDocument/2006/relationships/image"/><Relationship Id="rId14" Target="../media/image5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68.png" Type="http://schemas.openxmlformats.org/officeDocument/2006/relationships/image"/><Relationship Id="rId13" Target="../media/image69.svg" Type="http://schemas.openxmlformats.org/officeDocument/2006/relationships/image"/><Relationship Id="rId14" Target="../media/image70.png" Type="http://schemas.openxmlformats.org/officeDocument/2006/relationships/image"/><Relationship Id="rId15" Target="../media/image7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818" y="1554757"/>
            <a:ext cx="15556365" cy="6477105"/>
          </a:xfrm>
          <a:custGeom>
            <a:avLst/>
            <a:gdLst/>
            <a:ahLst/>
            <a:cxnLst/>
            <a:rect r="r" b="b" t="t" l="l"/>
            <a:pathLst>
              <a:path h="6477105" w="15556365">
                <a:moveTo>
                  <a:pt x="0" y="0"/>
                </a:moveTo>
                <a:lnTo>
                  <a:pt x="15556364" y="0"/>
                </a:lnTo>
                <a:lnTo>
                  <a:pt x="15556364" y="6477105"/>
                </a:lnTo>
                <a:lnTo>
                  <a:pt x="0" y="6477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7000" y="3197716"/>
            <a:ext cx="9644138" cy="220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1"/>
              </a:lnSpc>
              <a:spcBef>
                <a:spcPct val="0"/>
              </a:spcBef>
            </a:pPr>
            <a:r>
              <a:rPr lang="en-US" sz="6286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INVOICE &amp; RECEIPT DIGITIZER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771783">
            <a:off x="2257975" y="2313843"/>
            <a:ext cx="894851" cy="894851"/>
          </a:xfrm>
          <a:custGeom>
            <a:avLst/>
            <a:gdLst/>
            <a:ahLst/>
            <a:cxnLst/>
            <a:rect r="r" b="b" t="t" l="l"/>
            <a:pathLst>
              <a:path h="894851" w="894851">
                <a:moveTo>
                  <a:pt x="0" y="0"/>
                </a:moveTo>
                <a:lnTo>
                  <a:pt x="894852" y="0"/>
                </a:lnTo>
                <a:lnTo>
                  <a:pt x="894852" y="894852"/>
                </a:lnTo>
                <a:lnTo>
                  <a:pt x="0" y="894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04850">
            <a:off x="12936314" y="3715937"/>
            <a:ext cx="638736" cy="638736"/>
          </a:xfrm>
          <a:custGeom>
            <a:avLst/>
            <a:gdLst/>
            <a:ahLst/>
            <a:cxnLst/>
            <a:rect r="r" b="b" t="t" l="l"/>
            <a:pathLst>
              <a:path h="638736" w="638736">
                <a:moveTo>
                  <a:pt x="0" y="0"/>
                </a:moveTo>
                <a:lnTo>
                  <a:pt x="638737" y="0"/>
                </a:lnTo>
                <a:lnTo>
                  <a:pt x="638737" y="638736"/>
                </a:lnTo>
                <a:lnTo>
                  <a:pt x="0" y="638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71783">
            <a:off x="2227094" y="3143104"/>
            <a:ext cx="582169" cy="582169"/>
          </a:xfrm>
          <a:custGeom>
            <a:avLst/>
            <a:gdLst/>
            <a:ahLst/>
            <a:cxnLst/>
            <a:rect r="r" b="b" t="t" l="l"/>
            <a:pathLst>
              <a:path h="582169" w="582169">
                <a:moveTo>
                  <a:pt x="0" y="0"/>
                </a:moveTo>
                <a:lnTo>
                  <a:pt x="582169" y="0"/>
                </a:lnTo>
                <a:lnTo>
                  <a:pt x="582169" y="582169"/>
                </a:lnTo>
                <a:lnTo>
                  <a:pt x="0" y="58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8420">
            <a:off x="12134696" y="3908841"/>
            <a:ext cx="488535" cy="488535"/>
          </a:xfrm>
          <a:custGeom>
            <a:avLst/>
            <a:gdLst/>
            <a:ahLst/>
            <a:cxnLst/>
            <a:rect r="r" b="b" t="t" l="l"/>
            <a:pathLst>
              <a:path h="488535" w="488535">
                <a:moveTo>
                  <a:pt x="0" y="0"/>
                </a:moveTo>
                <a:lnTo>
                  <a:pt x="488535" y="0"/>
                </a:lnTo>
                <a:lnTo>
                  <a:pt x="488535" y="488535"/>
                </a:lnTo>
                <a:lnTo>
                  <a:pt x="0" y="488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1000" y="9258300"/>
            <a:ext cx="6002365" cy="1189560"/>
          </a:xfrm>
          <a:custGeom>
            <a:avLst/>
            <a:gdLst/>
            <a:ahLst/>
            <a:cxnLst/>
            <a:rect r="r" b="b" t="t" l="l"/>
            <a:pathLst>
              <a:path h="1189560" w="6002365">
                <a:moveTo>
                  <a:pt x="0" y="0"/>
                </a:moveTo>
                <a:lnTo>
                  <a:pt x="6002365" y="0"/>
                </a:lnTo>
                <a:lnTo>
                  <a:pt x="6002365" y="1189560"/>
                </a:lnTo>
                <a:lnTo>
                  <a:pt x="0" y="1189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635365" y="-160860"/>
            <a:ext cx="6002365" cy="1189560"/>
          </a:xfrm>
          <a:custGeom>
            <a:avLst/>
            <a:gdLst/>
            <a:ahLst/>
            <a:cxnLst/>
            <a:rect r="r" b="b" t="t" l="l"/>
            <a:pathLst>
              <a:path h="1189560" w="6002365">
                <a:moveTo>
                  <a:pt x="0" y="0"/>
                </a:moveTo>
                <a:lnTo>
                  <a:pt x="6002365" y="0"/>
                </a:lnTo>
                <a:lnTo>
                  <a:pt x="6002365" y="1189560"/>
                </a:lnTo>
                <a:lnTo>
                  <a:pt x="0" y="1189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78492">
            <a:off x="-766812" y="6652573"/>
            <a:ext cx="4893014" cy="4688397"/>
          </a:xfrm>
          <a:custGeom>
            <a:avLst/>
            <a:gdLst/>
            <a:ahLst/>
            <a:cxnLst/>
            <a:rect r="r" b="b" t="t" l="l"/>
            <a:pathLst>
              <a:path h="4688397" w="4893014">
                <a:moveTo>
                  <a:pt x="0" y="0"/>
                </a:moveTo>
                <a:lnTo>
                  <a:pt x="4893014" y="0"/>
                </a:lnTo>
                <a:lnTo>
                  <a:pt x="4893014" y="4688397"/>
                </a:lnTo>
                <a:lnTo>
                  <a:pt x="0" y="46883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809465" y="7482164"/>
            <a:ext cx="6669071" cy="914131"/>
            <a:chOff x="0" y="0"/>
            <a:chExt cx="1756463" cy="2407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6463" cy="240759"/>
            </a:xfrm>
            <a:custGeom>
              <a:avLst/>
              <a:gdLst/>
              <a:ahLst/>
              <a:cxnLst/>
              <a:rect r="r" b="b" t="t" l="l"/>
              <a:pathLst>
                <a:path h="240759" w="1756463">
                  <a:moveTo>
                    <a:pt x="59204" y="0"/>
                  </a:moveTo>
                  <a:lnTo>
                    <a:pt x="1697259" y="0"/>
                  </a:lnTo>
                  <a:cubicBezTo>
                    <a:pt x="1712961" y="0"/>
                    <a:pt x="1728020" y="6238"/>
                    <a:pt x="1739123" y="17341"/>
                  </a:cubicBezTo>
                  <a:cubicBezTo>
                    <a:pt x="1750226" y="28444"/>
                    <a:pt x="1756463" y="43502"/>
                    <a:pt x="1756463" y="59204"/>
                  </a:cubicBezTo>
                  <a:lnTo>
                    <a:pt x="1756463" y="181554"/>
                  </a:lnTo>
                  <a:cubicBezTo>
                    <a:pt x="1756463" y="197256"/>
                    <a:pt x="1750226" y="212315"/>
                    <a:pt x="1739123" y="223418"/>
                  </a:cubicBezTo>
                  <a:cubicBezTo>
                    <a:pt x="1728020" y="234521"/>
                    <a:pt x="1712961" y="240759"/>
                    <a:pt x="1697259" y="240759"/>
                  </a:cubicBezTo>
                  <a:lnTo>
                    <a:pt x="59204" y="240759"/>
                  </a:lnTo>
                  <a:cubicBezTo>
                    <a:pt x="43502" y="240759"/>
                    <a:pt x="28444" y="234521"/>
                    <a:pt x="17341" y="223418"/>
                  </a:cubicBezTo>
                  <a:cubicBezTo>
                    <a:pt x="6238" y="212315"/>
                    <a:pt x="0" y="197256"/>
                    <a:pt x="0" y="181554"/>
                  </a:cubicBezTo>
                  <a:lnTo>
                    <a:pt x="0" y="59204"/>
                  </a:lnTo>
                  <a:cubicBezTo>
                    <a:pt x="0" y="43502"/>
                    <a:pt x="6238" y="28444"/>
                    <a:pt x="17341" y="17341"/>
                  </a:cubicBezTo>
                  <a:cubicBezTo>
                    <a:pt x="28444" y="6238"/>
                    <a:pt x="43502" y="0"/>
                    <a:pt x="592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56463" cy="278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962853" y="6163124"/>
            <a:ext cx="2779262" cy="4405170"/>
          </a:xfrm>
          <a:custGeom>
            <a:avLst/>
            <a:gdLst/>
            <a:ahLst/>
            <a:cxnLst/>
            <a:rect r="r" b="b" t="t" l="l"/>
            <a:pathLst>
              <a:path h="4405170" w="2779262">
                <a:moveTo>
                  <a:pt x="0" y="0"/>
                </a:moveTo>
                <a:lnTo>
                  <a:pt x="2779262" y="0"/>
                </a:lnTo>
                <a:lnTo>
                  <a:pt x="2779262" y="4405171"/>
                </a:lnTo>
                <a:lnTo>
                  <a:pt x="0" y="44051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6138535">
            <a:off x="9085823" y="-941783"/>
            <a:ext cx="2298149" cy="3370618"/>
          </a:xfrm>
          <a:custGeom>
            <a:avLst/>
            <a:gdLst/>
            <a:ahLst/>
            <a:cxnLst/>
            <a:rect r="r" b="b" t="t" l="l"/>
            <a:pathLst>
              <a:path h="3370618" w="2298149">
                <a:moveTo>
                  <a:pt x="2298149" y="0"/>
                </a:moveTo>
                <a:lnTo>
                  <a:pt x="0" y="0"/>
                </a:lnTo>
                <a:lnTo>
                  <a:pt x="0" y="3370619"/>
                </a:lnTo>
                <a:lnTo>
                  <a:pt x="2298149" y="3370619"/>
                </a:lnTo>
                <a:lnTo>
                  <a:pt x="2298149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23519">
            <a:off x="7135142" y="8893045"/>
            <a:ext cx="1638302" cy="3013599"/>
          </a:xfrm>
          <a:custGeom>
            <a:avLst/>
            <a:gdLst/>
            <a:ahLst/>
            <a:cxnLst/>
            <a:rect r="r" b="b" t="t" l="l"/>
            <a:pathLst>
              <a:path h="3013599" w="1638302">
                <a:moveTo>
                  <a:pt x="0" y="0"/>
                </a:moveTo>
                <a:lnTo>
                  <a:pt x="1638302" y="0"/>
                </a:lnTo>
                <a:lnTo>
                  <a:pt x="1638302" y="3013599"/>
                </a:lnTo>
                <a:lnTo>
                  <a:pt x="0" y="30135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509832">
            <a:off x="8957309" y="8571017"/>
            <a:ext cx="1638302" cy="3013599"/>
          </a:xfrm>
          <a:custGeom>
            <a:avLst/>
            <a:gdLst/>
            <a:ahLst/>
            <a:cxnLst/>
            <a:rect r="r" b="b" t="t" l="l"/>
            <a:pathLst>
              <a:path h="3013599" w="1638302">
                <a:moveTo>
                  <a:pt x="0" y="0"/>
                </a:moveTo>
                <a:lnTo>
                  <a:pt x="1638302" y="0"/>
                </a:lnTo>
                <a:lnTo>
                  <a:pt x="1638302" y="3013599"/>
                </a:lnTo>
                <a:lnTo>
                  <a:pt x="0" y="30135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61572" y="7592766"/>
            <a:ext cx="5964856" cy="61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  <a:spcBef>
                <a:spcPct val="0"/>
              </a:spcBef>
            </a:pPr>
            <a:r>
              <a:rPr lang="en-US" sz="3584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Presentation by:  Team 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943207"/>
            <a:ext cx="15556365" cy="49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Automated Inv</a:t>
            </a:r>
            <a:r>
              <a:rPr lang="en-US" sz="28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oice Processing and Expense Analysis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637570"/>
            <a:ext cx="15556365" cy="69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MENTOR:  </a:t>
            </a:r>
            <a:r>
              <a:rPr lang="en-US" sz="19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Shakthi Gopalakrishnan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2768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7232" y="-213531"/>
            <a:ext cx="19594158" cy="3418614"/>
            <a:chOff x="0" y="0"/>
            <a:chExt cx="5160601" cy="900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0601" cy="900376"/>
            </a:xfrm>
            <a:custGeom>
              <a:avLst/>
              <a:gdLst/>
              <a:ahLst/>
              <a:cxnLst/>
              <a:rect r="r" b="b" t="t" l="l"/>
              <a:pathLst>
                <a:path h="900376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900376"/>
                  </a:lnTo>
                  <a:lnTo>
                    <a:pt x="0" y="900376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60601" cy="938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570231" y="650474"/>
            <a:ext cx="5378874" cy="1690602"/>
          </a:xfrm>
          <a:custGeom>
            <a:avLst/>
            <a:gdLst/>
            <a:ahLst/>
            <a:cxnLst/>
            <a:rect r="r" b="b" t="t" l="l"/>
            <a:pathLst>
              <a:path h="1690602" w="5378874">
                <a:moveTo>
                  <a:pt x="0" y="0"/>
                </a:moveTo>
                <a:lnTo>
                  <a:pt x="5378874" y="0"/>
                </a:lnTo>
                <a:lnTo>
                  <a:pt x="5378874" y="1690603"/>
                </a:lnTo>
                <a:lnTo>
                  <a:pt x="0" y="1690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66098" y="3795632"/>
            <a:ext cx="3159269" cy="3670154"/>
            <a:chOff x="0" y="0"/>
            <a:chExt cx="546608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6"/>
              <a:stretch>
                <a:fillRect l="-115796" t="-6277" r="-117459" b="-2900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614284" y="3795632"/>
            <a:ext cx="3159269" cy="3670154"/>
            <a:chOff x="0" y="0"/>
            <a:chExt cx="546608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6"/>
              <a:stretch>
                <a:fillRect l="-115796" t="-6277" r="-117459" b="-29004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3100399" y="3795632"/>
            <a:ext cx="3159269" cy="3670154"/>
            <a:chOff x="0" y="0"/>
            <a:chExt cx="546608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6"/>
              <a:stretch>
                <a:fillRect l="-115796" t="-6277" r="-117459" b="-29004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62951" y="7586085"/>
            <a:ext cx="2565562" cy="523321"/>
            <a:chOff x="0" y="0"/>
            <a:chExt cx="675704" cy="1378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5704" cy="137829"/>
            </a:xfrm>
            <a:custGeom>
              <a:avLst/>
              <a:gdLst/>
              <a:ahLst/>
              <a:cxnLst/>
              <a:rect r="r" b="b" t="t" l="l"/>
              <a:pathLst>
                <a:path h="137829" w="675704">
                  <a:moveTo>
                    <a:pt x="68915" y="0"/>
                  </a:moveTo>
                  <a:lnTo>
                    <a:pt x="606789" y="0"/>
                  </a:lnTo>
                  <a:cubicBezTo>
                    <a:pt x="625066" y="0"/>
                    <a:pt x="642595" y="7261"/>
                    <a:pt x="655519" y="20185"/>
                  </a:cubicBezTo>
                  <a:cubicBezTo>
                    <a:pt x="668443" y="33109"/>
                    <a:pt x="675704" y="50637"/>
                    <a:pt x="675704" y="68915"/>
                  </a:cubicBezTo>
                  <a:lnTo>
                    <a:pt x="675704" y="68915"/>
                  </a:lnTo>
                  <a:cubicBezTo>
                    <a:pt x="675704" y="87192"/>
                    <a:pt x="668443" y="104721"/>
                    <a:pt x="655519" y="117645"/>
                  </a:cubicBezTo>
                  <a:cubicBezTo>
                    <a:pt x="642595" y="130569"/>
                    <a:pt x="625066" y="137829"/>
                    <a:pt x="606789" y="137829"/>
                  </a:cubicBezTo>
                  <a:lnTo>
                    <a:pt x="68915" y="137829"/>
                  </a:lnTo>
                  <a:cubicBezTo>
                    <a:pt x="50637" y="137829"/>
                    <a:pt x="33109" y="130569"/>
                    <a:pt x="20185" y="117645"/>
                  </a:cubicBezTo>
                  <a:cubicBezTo>
                    <a:pt x="7261" y="104721"/>
                    <a:pt x="0" y="87192"/>
                    <a:pt x="0" y="68915"/>
                  </a:cubicBezTo>
                  <a:lnTo>
                    <a:pt x="0" y="68915"/>
                  </a:lnTo>
                  <a:cubicBezTo>
                    <a:pt x="0" y="50637"/>
                    <a:pt x="7261" y="33109"/>
                    <a:pt x="20185" y="20185"/>
                  </a:cubicBezTo>
                  <a:cubicBezTo>
                    <a:pt x="33109" y="7261"/>
                    <a:pt x="50637" y="0"/>
                    <a:pt x="689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75704" cy="175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52045" y="7586085"/>
            <a:ext cx="2565562" cy="523321"/>
            <a:chOff x="0" y="0"/>
            <a:chExt cx="675704" cy="1378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5704" cy="137829"/>
            </a:xfrm>
            <a:custGeom>
              <a:avLst/>
              <a:gdLst/>
              <a:ahLst/>
              <a:cxnLst/>
              <a:rect r="r" b="b" t="t" l="l"/>
              <a:pathLst>
                <a:path h="137829" w="675704">
                  <a:moveTo>
                    <a:pt x="68915" y="0"/>
                  </a:moveTo>
                  <a:lnTo>
                    <a:pt x="606789" y="0"/>
                  </a:lnTo>
                  <a:cubicBezTo>
                    <a:pt x="625066" y="0"/>
                    <a:pt x="642595" y="7261"/>
                    <a:pt x="655519" y="20185"/>
                  </a:cubicBezTo>
                  <a:cubicBezTo>
                    <a:pt x="668443" y="33109"/>
                    <a:pt x="675704" y="50637"/>
                    <a:pt x="675704" y="68915"/>
                  </a:cubicBezTo>
                  <a:lnTo>
                    <a:pt x="675704" y="68915"/>
                  </a:lnTo>
                  <a:cubicBezTo>
                    <a:pt x="675704" y="87192"/>
                    <a:pt x="668443" y="104721"/>
                    <a:pt x="655519" y="117645"/>
                  </a:cubicBezTo>
                  <a:cubicBezTo>
                    <a:pt x="642595" y="130569"/>
                    <a:pt x="625066" y="137829"/>
                    <a:pt x="606789" y="137829"/>
                  </a:cubicBezTo>
                  <a:lnTo>
                    <a:pt x="68915" y="137829"/>
                  </a:lnTo>
                  <a:cubicBezTo>
                    <a:pt x="50637" y="137829"/>
                    <a:pt x="33109" y="130569"/>
                    <a:pt x="20185" y="117645"/>
                  </a:cubicBezTo>
                  <a:cubicBezTo>
                    <a:pt x="7261" y="104721"/>
                    <a:pt x="0" y="87192"/>
                    <a:pt x="0" y="68915"/>
                  </a:cubicBezTo>
                  <a:lnTo>
                    <a:pt x="0" y="68915"/>
                  </a:lnTo>
                  <a:cubicBezTo>
                    <a:pt x="0" y="50637"/>
                    <a:pt x="7261" y="33109"/>
                    <a:pt x="20185" y="20185"/>
                  </a:cubicBezTo>
                  <a:cubicBezTo>
                    <a:pt x="33109" y="7261"/>
                    <a:pt x="50637" y="0"/>
                    <a:pt x="689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75704" cy="175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97253" y="7636720"/>
            <a:ext cx="2565562" cy="523321"/>
            <a:chOff x="0" y="0"/>
            <a:chExt cx="675704" cy="1378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5704" cy="137829"/>
            </a:xfrm>
            <a:custGeom>
              <a:avLst/>
              <a:gdLst/>
              <a:ahLst/>
              <a:cxnLst/>
              <a:rect r="r" b="b" t="t" l="l"/>
              <a:pathLst>
                <a:path h="137829" w="675704">
                  <a:moveTo>
                    <a:pt x="68915" y="0"/>
                  </a:moveTo>
                  <a:lnTo>
                    <a:pt x="606789" y="0"/>
                  </a:lnTo>
                  <a:cubicBezTo>
                    <a:pt x="625066" y="0"/>
                    <a:pt x="642595" y="7261"/>
                    <a:pt x="655519" y="20185"/>
                  </a:cubicBezTo>
                  <a:cubicBezTo>
                    <a:pt x="668443" y="33109"/>
                    <a:pt x="675704" y="50637"/>
                    <a:pt x="675704" y="68915"/>
                  </a:cubicBezTo>
                  <a:lnTo>
                    <a:pt x="675704" y="68915"/>
                  </a:lnTo>
                  <a:cubicBezTo>
                    <a:pt x="675704" y="87192"/>
                    <a:pt x="668443" y="104721"/>
                    <a:pt x="655519" y="117645"/>
                  </a:cubicBezTo>
                  <a:cubicBezTo>
                    <a:pt x="642595" y="130569"/>
                    <a:pt x="625066" y="137829"/>
                    <a:pt x="606789" y="137829"/>
                  </a:cubicBezTo>
                  <a:lnTo>
                    <a:pt x="68915" y="137829"/>
                  </a:lnTo>
                  <a:cubicBezTo>
                    <a:pt x="50637" y="137829"/>
                    <a:pt x="33109" y="130569"/>
                    <a:pt x="20185" y="117645"/>
                  </a:cubicBezTo>
                  <a:cubicBezTo>
                    <a:pt x="7261" y="104721"/>
                    <a:pt x="0" y="87192"/>
                    <a:pt x="0" y="68915"/>
                  </a:cubicBezTo>
                  <a:lnTo>
                    <a:pt x="0" y="68915"/>
                  </a:lnTo>
                  <a:cubicBezTo>
                    <a:pt x="0" y="50637"/>
                    <a:pt x="7261" y="33109"/>
                    <a:pt x="20185" y="20185"/>
                  </a:cubicBezTo>
                  <a:cubicBezTo>
                    <a:pt x="33109" y="7261"/>
                    <a:pt x="50637" y="0"/>
                    <a:pt x="689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75704" cy="175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-663849" y="650474"/>
            <a:ext cx="5378874" cy="1690602"/>
          </a:xfrm>
          <a:custGeom>
            <a:avLst/>
            <a:gdLst/>
            <a:ahLst/>
            <a:cxnLst/>
            <a:rect r="r" b="b" t="t" l="l"/>
            <a:pathLst>
              <a:path h="1690602" w="5378874">
                <a:moveTo>
                  <a:pt x="0" y="0"/>
                </a:moveTo>
                <a:lnTo>
                  <a:pt x="5378874" y="0"/>
                </a:lnTo>
                <a:lnTo>
                  <a:pt x="5378874" y="1690603"/>
                </a:lnTo>
                <a:lnTo>
                  <a:pt x="0" y="1690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-1763547">
            <a:off x="1191718" y="3836743"/>
            <a:ext cx="1542466" cy="331630"/>
          </a:xfrm>
          <a:custGeom>
            <a:avLst/>
            <a:gdLst/>
            <a:ahLst/>
            <a:cxnLst/>
            <a:rect r="r" b="b" t="t" l="l"/>
            <a:pathLst>
              <a:path h="331630" w="1542466">
                <a:moveTo>
                  <a:pt x="0" y="0"/>
                </a:moveTo>
                <a:lnTo>
                  <a:pt x="1542467" y="0"/>
                </a:lnTo>
                <a:lnTo>
                  <a:pt x="1542467" y="331630"/>
                </a:lnTo>
                <a:lnTo>
                  <a:pt x="0" y="331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1763547">
            <a:off x="6646908" y="3836743"/>
            <a:ext cx="1542466" cy="331630"/>
          </a:xfrm>
          <a:custGeom>
            <a:avLst/>
            <a:gdLst/>
            <a:ahLst/>
            <a:cxnLst/>
            <a:rect r="r" b="b" t="t" l="l"/>
            <a:pathLst>
              <a:path h="331630" w="1542466">
                <a:moveTo>
                  <a:pt x="0" y="0"/>
                </a:moveTo>
                <a:lnTo>
                  <a:pt x="1542466" y="0"/>
                </a:lnTo>
                <a:lnTo>
                  <a:pt x="1542466" y="331630"/>
                </a:lnTo>
                <a:lnTo>
                  <a:pt x="0" y="331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1763547">
            <a:off x="12988253" y="3836743"/>
            <a:ext cx="1542466" cy="331630"/>
          </a:xfrm>
          <a:custGeom>
            <a:avLst/>
            <a:gdLst/>
            <a:ahLst/>
            <a:cxnLst/>
            <a:rect r="r" b="b" t="t" l="l"/>
            <a:pathLst>
              <a:path h="331630" w="1542466">
                <a:moveTo>
                  <a:pt x="0" y="0"/>
                </a:moveTo>
                <a:lnTo>
                  <a:pt x="1542467" y="0"/>
                </a:lnTo>
                <a:lnTo>
                  <a:pt x="1542467" y="331630"/>
                </a:lnTo>
                <a:lnTo>
                  <a:pt x="0" y="331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553225" y="559104"/>
            <a:ext cx="7181549" cy="190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56"/>
              </a:lnSpc>
              <a:spcBef>
                <a:spcPct val="0"/>
              </a:spcBef>
            </a:pPr>
            <a:r>
              <a:rPr lang="en-US" sz="11111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Our Team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01806" y="6830198"/>
            <a:ext cx="228785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Srushti 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01806" y="7675343"/>
            <a:ext cx="228785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Team Member 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91594" y="6797415"/>
            <a:ext cx="274257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Ayisha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42582" y="7675343"/>
            <a:ext cx="2202836" cy="30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Team Member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60684" y="6830198"/>
            <a:ext cx="2704284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Leela Krishna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70231" y="7675343"/>
            <a:ext cx="205727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Team Member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31696" y="8309431"/>
            <a:ext cx="3935622" cy="42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1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FRONTEND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2263014">
            <a:off x="-447089" y="6986817"/>
            <a:ext cx="1796049" cy="3303768"/>
          </a:xfrm>
          <a:custGeom>
            <a:avLst/>
            <a:gdLst/>
            <a:ahLst/>
            <a:cxnLst/>
            <a:rect r="r" b="b" t="t" l="l"/>
            <a:pathLst>
              <a:path h="3303768" w="1796049">
                <a:moveTo>
                  <a:pt x="0" y="0"/>
                </a:moveTo>
                <a:lnTo>
                  <a:pt x="1796049" y="0"/>
                </a:lnTo>
                <a:lnTo>
                  <a:pt x="1796049" y="3303768"/>
                </a:lnTo>
                <a:lnTo>
                  <a:pt x="0" y="3303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-1481416">
            <a:off x="16867583" y="7843168"/>
            <a:ext cx="1796049" cy="3303768"/>
          </a:xfrm>
          <a:custGeom>
            <a:avLst/>
            <a:gdLst/>
            <a:ahLst/>
            <a:cxnLst/>
            <a:rect r="r" b="b" t="t" l="l"/>
            <a:pathLst>
              <a:path h="3303768" w="1796049">
                <a:moveTo>
                  <a:pt x="1796049" y="0"/>
                </a:moveTo>
                <a:lnTo>
                  <a:pt x="0" y="0"/>
                </a:lnTo>
                <a:lnTo>
                  <a:pt x="0" y="3303768"/>
                </a:lnTo>
                <a:lnTo>
                  <a:pt x="1796049" y="3303768"/>
                </a:lnTo>
                <a:lnTo>
                  <a:pt x="179604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901980" y="8299906"/>
            <a:ext cx="2583877" cy="101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BACKEND &amp; AI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917417" y="8309431"/>
            <a:ext cx="1710090" cy="43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DATABASE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31696" y="8694055"/>
            <a:ext cx="5133106" cy="156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Designed dashb</a:t>
            </a: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oard UI interface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• Implemented UI layout and navigation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• Integrated upload functionality &amp; OCR reseach </a:t>
            </a: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• Developed analytics charts and dashboard visualization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88885" y="8771606"/>
            <a:ext cx="5251317" cy="93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Implemented API f</a:t>
            </a: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or invoice processing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• Managed file upload and OCR processing logic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• Handled server-side validation and data flow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787954" y="8910119"/>
            <a:ext cx="4471714" cy="142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353343" indent="-176672" lvl="1">
              <a:lnSpc>
                <a:spcPts val="2291"/>
              </a:lnSpc>
              <a:spcBef>
                <a:spcPct val="0"/>
              </a:spcBef>
              <a:buFont typeface="Arial"/>
              <a:buChar char="•"/>
            </a:pPr>
            <a:r>
              <a:rPr lang="en-US" sz="163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Designed the database schema for users</a:t>
            </a:r>
            <a:r>
              <a:rPr lang="en-US" sz="163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and</a:t>
            </a:r>
            <a:r>
              <a:rPr lang="en-US" sz="163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invoices.</a:t>
            </a:r>
          </a:p>
          <a:p>
            <a:pPr algn="r" marL="353343" indent="-176672" lvl="1">
              <a:lnSpc>
                <a:spcPts val="2291"/>
              </a:lnSpc>
              <a:spcBef>
                <a:spcPct val="0"/>
              </a:spcBef>
              <a:buFont typeface="Arial"/>
              <a:buChar char="•"/>
            </a:pPr>
            <a:r>
              <a:rPr lang="en-US" sz="1636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Managed storage of uploaded invoice files and metadata.</a:t>
            </a:r>
          </a:p>
          <a:p>
            <a:pPr algn="r">
              <a:lnSpc>
                <a:spcPts val="22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37260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3160" y="9552556"/>
            <a:ext cx="19594158" cy="2693072"/>
            <a:chOff x="0" y="0"/>
            <a:chExt cx="5160601" cy="709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0601" cy="709287"/>
            </a:xfrm>
            <a:custGeom>
              <a:avLst/>
              <a:gdLst/>
              <a:ahLst/>
              <a:cxnLst/>
              <a:rect r="r" b="b" t="t" l="l"/>
              <a:pathLst>
                <a:path h="709287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709287"/>
                  </a:lnTo>
                  <a:lnTo>
                    <a:pt x="0" y="709287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60601" cy="747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76314" y="534104"/>
            <a:ext cx="8311779" cy="8724196"/>
          </a:xfrm>
          <a:custGeom>
            <a:avLst/>
            <a:gdLst/>
            <a:ahLst/>
            <a:cxnLst/>
            <a:rect r="r" b="b" t="t" l="l"/>
            <a:pathLst>
              <a:path h="8724196" w="8311779">
                <a:moveTo>
                  <a:pt x="0" y="0"/>
                </a:moveTo>
                <a:lnTo>
                  <a:pt x="8311779" y="0"/>
                </a:lnTo>
                <a:lnTo>
                  <a:pt x="8311779" y="8724196"/>
                </a:lnTo>
                <a:lnTo>
                  <a:pt x="0" y="8724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15486" y="1900089"/>
            <a:ext cx="6968760" cy="8386911"/>
          </a:xfrm>
          <a:custGeom>
            <a:avLst/>
            <a:gdLst/>
            <a:ahLst/>
            <a:cxnLst/>
            <a:rect r="r" b="b" t="t" l="l"/>
            <a:pathLst>
              <a:path h="8386911" w="6968760">
                <a:moveTo>
                  <a:pt x="0" y="0"/>
                </a:moveTo>
                <a:lnTo>
                  <a:pt x="6968760" y="0"/>
                </a:lnTo>
                <a:lnTo>
                  <a:pt x="6968760" y="8386911"/>
                </a:lnTo>
                <a:lnTo>
                  <a:pt x="0" y="8386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567861">
            <a:off x="10437855" y="-823353"/>
            <a:ext cx="2407982" cy="3531707"/>
          </a:xfrm>
          <a:custGeom>
            <a:avLst/>
            <a:gdLst/>
            <a:ahLst/>
            <a:cxnLst/>
            <a:rect r="r" b="b" t="t" l="l"/>
            <a:pathLst>
              <a:path h="3531707" w="2407982">
                <a:moveTo>
                  <a:pt x="2407982" y="0"/>
                </a:moveTo>
                <a:lnTo>
                  <a:pt x="0" y="0"/>
                </a:lnTo>
                <a:lnTo>
                  <a:pt x="0" y="3531707"/>
                </a:lnTo>
                <a:lnTo>
                  <a:pt x="2407982" y="3531707"/>
                </a:lnTo>
                <a:lnTo>
                  <a:pt x="240798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8027">
            <a:off x="15498333" y="-725738"/>
            <a:ext cx="3323863" cy="3508876"/>
          </a:xfrm>
          <a:custGeom>
            <a:avLst/>
            <a:gdLst/>
            <a:ahLst/>
            <a:cxnLst/>
            <a:rect r="r" b="b" t="t" l="l"/>
            <a:pathLst>
              <a:path h="3508876" w="3323863">
                <a:moveTo>
                  <a:pt x="0" y="0"/>
                </a:moveTo>
                <a:lnTo>
                  <a:pt x="3323863" y="0"/>
                </a:lnTo>
                <a:lnTo>
                  <a:pt x="3323863" y="3508876"/>
                </a:lnTo>
                <a:lnTo>
                  <a:pt x="0" y="3508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4732" y="-277882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44732" y="9552556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670139" y="3132564"/>
            <a:ext cx="7052913" cy="493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Managing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p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hy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ica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invoice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 an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 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eceip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manua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ly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time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-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consumi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ng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rror-pro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ne.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port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f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ata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 ofte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 di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ff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cult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to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gan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z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,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k,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lyz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.</a:t>
            </a: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dev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lop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an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Invo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Digi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z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Sys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th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:</a:t>
            </a: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v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rts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physic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inv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ces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to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digi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eco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• 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tom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ati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all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y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xtrac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k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y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in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f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ma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us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ing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OCR</a:t>
            </a:r>
          </a:p>
          <a:p>
            <a:pPr algn="just" marL="0" indent="0" lvl="0">
              <a:lnSpc>
                <a:spcPts val="3299"/>
              </a:lnSpc>
              <a:spcBef>
                <a:spcPct val="0"/>
              </a:spcBef>
            </a:pP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or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es s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tru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cture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v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oi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 d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ta</a:t>
            </a:r>
          </a:p>
          <a:p>
            <a:pPr algn="just" marL="0" indent="0" lvl="0">
              <a:lnSpc>
                <a:spcPts val="3579"/>
              </a:lnSpc>
              <a:spcBef>
                <a:spcPct val="0"/>
              </a:spcBef>
            </a:pP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• P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ov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 ana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ly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cs a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d 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in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ight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s 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n ex</a:t>
            </a:r>
            <a:r>
              <a:rPr lang="en-US" sz="2557" strike="noStrike" u="none">
                <a:solidFill>
                  <a:srgbClr val="FFFFFF"/>
                </a:solidFill>
                <a:latin typeface="Cocomat Pro"/>
                <a:ea typeface="Cocomat Pro"/>
                <a:cs typeface="Cocomat Pro"/>
                <a:sym typeface="Cocomat Pro"/>
              </a:rPr>
              <a:t>penses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7378" y="1476469"/>
            <a:ext cx="6258436" cy="154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26"/>
              </a:lnSpc>
              <a:spcBef>
                <a:spcPct val="0"/>
              </a:spcBef>
            </a:pPr>
            <a:r>
              <a:rPr lang="en-US" sz="8947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36848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6868" y="3035023"/>
            <a:ext cx="15533195" cy="6467458"/>
          </a:xfrm>
          <a:custGeom>
            <a:avLst/>
            <a:gdLst/>
            <a:ahLst/>
            <a:cxnLst/>
            <a:rect r="r" b="b" t="t" l="l"/>
            <a:pathLst>
              <a:path h="6467458" w="15533195">
                <a:moveTo>
                  <a:pt x="0" y="0"/>
                </a:moveTo>
                <a:lnTo>
                  <a:pt x="15533195" y="0"/>
                </a:lnTo>
                <a:lnTo>
                  <a:pt x="15533195" y="6467457"/>
                </a:lnTo>
                <a:lnTo>
                  <a:pt x="0" y="6467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53079" y="-383591"/>
            <a:ext cx="19594158" cy="3418614"/>
            <a:chOff x="0" y="0"/>
            <a:chExt cx="5160601" cy="9003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60601" cy="900376"/>
            </a:xfrm>
            <a:custGeom>
              <a:avLst/>
              <a:gdLst/>
              <a:ahLst/>
              <a:cxnLst/>
              <a:rect r="r" b="b" t="t" l="l"/>
              <a:pathLst>
                <a:path h="900376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900376"/>
                  </a:lnTo>
                  <a:lnTo>
                    <a:pt x="0" y="900376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60601" cy="938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4108" y="7252301"/>
            <a:ext cx="3986212" cy="4114800"/>
          </a:xfrm>
          <a:custGeom>
            <a:avLst/>
            <a:gdLst/>
            <a:ahLst/>
            <a:cxnLst/>
            <a:rect r="r" b="b" t="t" l="l"/>
            <a:pathLst>
              <a:path h="4114800" w="3986212">
                <a:moveTo>
                  <a:pt x="0" y="0"/>
                </a:moveTo>
                <a:lnTo>
                  <a:pt x="3986212" y="0"/>
                </a:lnTo>
                <a:lnTo>
                  <a:pt x="39862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334077">
            <a:off x="-271346" y="-775810"/>
            <a:ext cx="2600091" cy="3803325"/>
          </a:xfrm>
          <a:custGeom>
            <a:avLst/>
            <a:gdLst/>
            <a:ahLst/>
            <a:cxnLst/>
            <a:rect r="r" b="b" t="t" l="l"/>
            <a:pathLst>
              <a:path h="3803325" w="2600091">
                <a:moveTo>
                  <a:pt x="0" y="0"/>
                </a:moveTo>
                <a:lnTo>
                  <a:pt x="2600092" y="0"/>
                </a:lnTo>
                <a:lnTo>
                  <a:pt x="2600092" y="3803325"/>
                </a:lnTo>
                <a:lnTo>
                  <a:pt x="0" y="3803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407017">
            <a:off x="15871151" y="-1418507"/>
            <a:ext cx="2600091" cy="3803325"/>
          </a:xfrm>
          <a:custGeom>
            <a:avLst/>
            <a:gdLst/>
            <a:ahLst/>
            <a:cxnLst/>
            <a:rect r="r" b="b" t="t" l="l"/>
            <a:pathLst>
              <a:path h="3803325" w="2600091">
                <a:moveTo>
                  <a:pt x="0" y="0"/>
                </a:moveTo>
                <a:lnTo>
                  <a:pt x="2600091" y="0"/>
                </a:lnTo>
                <a:lnTo>
                  <a:pt x="2600091" y="3803325"/>
                </a:lnTo>
                <a:lnTo>
                  <a:pt x="0" y="3803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37334" y="6421146"/>
            <a:ext cx="3699007" cy="4310284"/>
          </a:xfrm>
          <a:custGeom>
            <a:avLst/>
            <a:gdLst/>
            <a:ahLst/>
            <a:cxnLst/>
            <a:rect r="r" b="b" t="t" l="l"/>
            <a:pathLst>
              <a:path h="4310284" w="3699007">
                <a:moveTo>
                  <a:pt x="0" y="0"/>
                </a:moveTo>
                <a:lnTo>
                  <a:pt x="3699007" y="0"/>
                </a:lnTo>
                <a:lnTo>
                  <a:pt x="3699007" y="4310284"/>
                </a:lnTo>
                <a:lnTo>
                  <a:pt x="0" y="4310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23465" y="6421146"/>
            <a:ext cx="6657259" cy="3081335"/>
          </a:xfrm>
          <a:custGeom>
            <a:avLst/>
            <a:gdLst/>
            <a:ahLst/>
            <a:cxnLst/>
            <a:rect r="r" b="b" t="t" l="l"/>
            <a:pathLst>
              <a:path h="3081335" w="6657259">
                <a:moveTo>
                  <a:pt x="0" y="0"/>
                </a:moveTo>
                <a:lnTo>
                  <a:pt x="6657259" y="0"/>
                </a:lnTo>
                <a:lnTo>
                  <a:pt x="6657259" y="3081334"/>
                </a:lnTo>
                <a:lnTo>
                  <a:pt x="0" y="30813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1972" r="0" b="-2197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29055" y="3559863"/>
            <a:ext cx="8601017" cy="584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23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System Workflow</a:t>
            </a:r>
          </a:p>
          <a:p>
            <a:pPr algn="ctr">
              <a:lnSpc>
                <a:spcPts val="3130"/>
              </a:lnSpc>
            </a:pPr>
          </a:p>
          <a:p>
            <a:pPr algn="l">
              <a:lnSpc>
                <a:spcPts val="3130"/>
              </a:lnSpc>
            </a:pPr>
            <a:r>
              <a:rPr lang="en-US" sz="223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1️⃣ User uploads receipt/invoice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2️⃣ System p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ro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cesses the 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image using OCR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3️⃣ Important information is extracted automatically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4️⃣ Extracted data is converted into structured digital 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format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5️⃣ User can verify and edit extracted data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6️⃣ Data is stored in the database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7️⃣ Dashboard disp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lays expense analytics and insights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b="true" sz="2236" strike="noStrike" u="non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Architecture Layers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• Fr</a:t>
            </a: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ontend (React UI)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• Backend (API Processing)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• Database (Invoice Data Storage)</a:t>
            </a:r>
          </a:p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893886" y="640574"/>
            <a:ext cx="10343448" cy="122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46"/>
              </a:lnSpc>
              <a:spcBef>
                <a:spcPct val="0"/>
              </a:spcBef>
            </a:pPr>
            <a:r>
              <a:rPr lang="en-US" sz="7175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Ar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c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hitecture &amp; Wor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k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fl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</a:t>
            </a:r>
            <a:r>
              <a:rPr lang="en-US" sz="7175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8255" y="-395924"/>
            <a:ext cx="11290359" cy="11704600"/>
            <a:chOff x="0" y="0"/>
            <a:chExt cx="2973592" cy="3082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3593" cy="3082693"/>
            </a:xfrm>
            <a:custGeom>
              <a:avLst/>
              <a:gdLst/>
              <a:ahLst/>
              <a:cxnLst/>
              <a:rect r="r" b="b" t="t" l="l"/>
              <a:pathLst>
                <a:path h="3082693" w="2973593">
                  <a:moveTo>
                    <a:pt x="0" y="0"/>
                  </a:moveTo>
                  <a:lnTo>
                    <a:pt x="2973593" y="0"/>
                  </a:lnTo>
                  <a:lnTo>
                    <a:pt x="2973593" y="3082693"/>
                  </a:lnTo>
                  <a:lnTo>
                    <a:pt x="0" y="3082693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73592" cy="3120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334632" y="353101"/>
            <a:ext cx="6431816" cy="3028801"/>
          </a:xfrm>
          <a:custGeom>
            <a:avLst/>
            <a:gdLst/>
            <a:ahLst/>
            <a:cxnLst/>
            <a:rect r="r" b="b" t="t" l="l"/>
            <a:pathLst>
              <a:path h="3028801" w="6431816">
                <a:moveTo>
                  <a:pt x="0" y="0"/>
                </a:moveTo>
                <a:lnTo>
                  <a:pt x="6431816" y="0"/>
                </a:lnTo>
                <a:lnTo>
                  <a:pt x="6431816" y="3028801"/>
                </a:lnTo>
                <a:lnTo>
                  <a:pt x="0" y="3028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34632" y="3623318"/>
            <a:ext cx="6393589" cy="3010799"/>
          </a:xfrm>
          <a:custGeom>
            <a:avLst/>
            <a:gdLst/>
            <a:ahLst/>
            <a:cxnLst/>
            <a:rect r="r" b="b" t="t" l="l"/>
            <a:pathLst>
              <a:path h="3010799" w="6393589">
                <a:moveTo>
                  <a:pt x="0" y="0"/>
                </a:moveTo>
                <a:lnTo>
                  <a:pt x="6393589" y="0"/>
                </a:lnTo>
                <a:lnTo>
                  <a:pt x="6393589" y="3010800"/>
                </a:lnTo>
                <a:lnTo>
                  <a:pt x="0" y="301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5516" b="-1551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32164" y="6904146"/>
            <a:ext cx="6396057" cy="3011961"/>
          </a:xfrm>
          <a:custGeom>
            <a:avLst/>
            <a:gdLst/>
            <a:ahLst/>
            <a:cxnLst/>
            <a:rect r="r" b="b" t="t" l="l"/>
            <a:pathLst>
              <a:path h="3011961" w="6396057">
                <a:moveTo>
                  <a:pt x="0" y="0"/>
                </a:moveTo>
                <a:lnTo>
                  <a:pt x="6396057" y="0"/>
                </a:lnTo>
                <a:lnTo>
                  <a:pt x="6396057" y="3011962"/>
                </a:lnTo>
                <a:lnTo>
                  <a:pt x="0" y="3011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823" b="-1482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08511" y="1259525"/>
            <a:ext cx="1497246" cy="1656912"/>
          </a:xfrm>
          <a:custGeom>
            <a:avLst/>
            <a:gdLst/>
            <a:ahLst/>
            <a:cxnLst/>
            <a:rect r="r" b="b" t="t" l="l"/>
            <a:pathLst>
              <a:path h="1656912" w="1497246">
                <a:moveTo>
                  <a:pt x="0" y="0"/>
                </a:moveTo>
                <a:lnTo>
                  <a:pt x="1497246" y="0"/>
                </a:lnTo>
                <a:lnTo>
                  <a:pt x="1497246" y="1656911"/>
                </a:lnTo>
                <a:lnTo>
                  <a:pt x="0" y="1656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308511" y="4315044"/>
            <a:ext cx="1497246" cy="1656912"/>
          </a:xfrm>
          <a:custGeom>
            <a:avLst/>
            <a:gdLst/>
            <a:ahLst/>
            <a:cxnLst/>
            <a:rect r="r" b="b" t="t" l="l"/>
            <a:pathLst>
              <a:path h="1656912" w="1497246">
                <a:moveTo>
                  <a:pt x="0" y="0"/>
                </a:moveTo>
                <a:lnTo>
                  <a:pt x="1497246" y="0"/>
                </a:lnTo>
                <a:lnTo>
                  <a:pt x="1497246" y="1656912"/>
                </a:lnTo>
                <a:lnTo>
                  <a:pt x="0" y="1656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308511" y="7370564"/>
            <a:ext cx="1497246" cy="1656912"/>
          </a:xfrm>
          <a:custGeom>
            <a:avLst/>
            <a:gdLst/>
            <a:ahLst/>
            <a:cxnLst/>
            <a:rect r="r" b="b" t="t" l="l"/>
            <a:pathLst>
              <a:path h="1656912" w="1497246">
                <a:moveTo>
                  <a:pt x="0" y="0"/>
                </a:moveTo>
                <a:lnTo>
                  <a:pt x="1497246" y="0"/>
                </a:lnTo>
                <a:lnTo>
                  <a:pt x="1497246" y="1656911"/>
                </a:lnTo>
                <a:lnTo>
                  <a:pt x="0" y="1656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11873">
            <a:off x="-434415" y="7387768"/>
            <a:ext cx="1712616" cy="2360749"/>
          </a:xfrm>
          <a:custGeom>
            <a:avLst/>
            <a:gdLst/>
            <a:ahLst/>
            <a:cxnLst/>
            <a:rect r="r" b="b" t="t" l="l"/>
            <a:pathLst>
              <a:path h="2360749" w="1712616">
                <a:moveTo>
                  <a:pt x="0" y="0"/>
                </a:moveTo>
                <a:lnTo>
                  <a:pt x="1712616" y="0"/>
                </a:lnTo>
                <a:lnTo>
                  <a:pt x="1712616" y="2360749"/>
                </a:lnTo>
                <a:lnTo>
                  <a:pt x="0" y="23607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713011">
            <a:off x="1017907" y="2975288"/>
            <a:ext cx="1025407" cy="1413468"/>
          </a:xfrm>
          <a:custGeom>
            <a:avLst/>
            <a:gdLst/>
            <a:ahLst/>
            <a:cxnLst/>
            <a:rect r="r" b="b" t="t" l="l"/>
            <a:pathLst>
              <a:path h="1413468" w="1025407">
                <a:moveTo>
                  <a:pt x="0" y="0"/>
                </a:moveTo>
                <a:lnTo>
                  <a:pt x="1025407" y="0"/>
                </a:lnTo>
                <a:lnTo>
                  <a:pt x="1025407" y="1413468"/>
                </a:lnTo>
                <a:lnTo>
                  <a:pt x="0" y="141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489790">
            <a:off x="6992161" y="3343300"/>
            <a:ext cx="876670" cy="1208442"/>
          </a:xfrm>
          <a:custGeom>
            <a:avLst/>
            <a:gdLst/>
            <a:ahLst/>
            <a:cxnLst/>
            <a:rect r="r" b="b" t="t" l="l"/>
            <a:pathLst>
              <a:path h="1208442" w="876670">
                <a:moveTo>
                  <a:pt x="0" y="0"/>
                </a:moveTo>
                <a:lnTo>
                  <a:pt x="876669" y="0"/>
                </a:lnTo>
                <a:lnTo>
                  <a:pt x="876669" y="1208442"/>
                </a:lnTo>
                <a:lnTo>
                  <a:pt x="0" y="12084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8083" y="3947521"/>
            <a:ext cx="7626953" cy="6545313"/>
          </a:xfrm>
          <a:custGeom>
            <a:avLst/>
            <a:gdLst/>
            <a:ahLst/>
            <a:cxnLst/>
            <a:rect r="r" b="b" t="t" l="l"/>
            <a:pathLst>
              <a:path h="6545313" w="7626953">
                <a:moveTo>
                  <a:pt x="0" y="0"/>
                </a:moveTo>
                <a:lnTo>
                  <a:pt x="7626953" y="0"/>
                </a:lnTo>
                <a:lnTo>
                  <a:pt x="7626953" y="6545312"/>
                </a:lnTo>
                <a:lnTo>
                  <a:pt x="0" y="65453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47389" y="828675"/>
            <a:ext cx="6920013" cy="34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861"/>
              </a:lnSpc>
              <a:spcBef>
                <a:spcPct val="0"/>
              </a:spcBef>
            </a:pPr>
            <a:r>
              <a:rPr lang="en-US" sz="99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Techn</a:t>
            </a:r>
            <a:r>
              <a:rPr lang="en-US" sz="9900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ol</a:t>
            </a:r>
            <a:r>
              <a:rPr lang="en-US" sz="9900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ogy 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35565" y="766399"/>
            <a:ext cx="4892659" cy="209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4"/>
              </a:lnSpc>
              <a:spcBef>
                <a:spcPct val="0"/>
              </a:spcBef>
            </a:pPr>
            <a:r>
              <a:rPr lang="en-US" b="true" sz="2403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</a:t>
            </a:r>
            <a:r>
              <a:rPr lang="en-US" b="true" sz="2403" strike="noStrike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</a:t>
            </a:r>
            <a:r>
              <a:rPr lang="en-US" b="true" sz="2403" strike="noStrike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ont</a:t>
            </a:r>
            <a:r>
              <a:rPr lang="en-US" b="true" sz="2403" strike="noStrike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403" strike="noStrike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nd</a:t>
            </a:r>
          </a:p>
          <a:p>
            <a:pPr algn="ctr" marL="0" indent="0" lvl="0">
              <a:lnSpc>
                <a:spcPts val="3364"/>
              </a:lnSpc>
              <a:spcBef>
                <a:spcPct val="0"/>
              </a:spcBef>
            </a:pP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React.j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</a:p>
          <a:p>
            <a:pPr algn="ctr" marL="0" indent="0" lvl="0">
              <a:lnSpc>
                <a:spcPts val="3364"/>
              </a:lnSpc>
              <a:spcBef>
                <a:spcPct val="0"/>
              </a:spcBef>
            </a:pP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CSS, HTML5</a:t>
            </a:r>
          </a:p>
          <a:p>
            <a:pPr algn="ctr" marL="0" indent="0" lvl="0">
              <a:lnSpc>
                <a:spcPts val="3364"/>
              </a:lnSpc>
              <a:spcBef>
                <a:spcPct val="0"/>
              </a:spcBef>
            </a:pP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Ch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.js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or an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y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tics 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v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isu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li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z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03" strike="noStrike" u="none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tion ,js(ES6)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18501" y="3711244"/>
            <a:ext cx="3926787" cy="372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0"/>
              </a:lnSpc>
            </a:pPr>
            <a:r>
              <a:rPr lang="en-US" b="true" sz="252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Backend</a:t>
            </a:r>
          </a:p>
          <a:p>
            <a:pPr algn="l" marL="546001" indent="-273001" lvl="1">
              <a:lnSpc>
                <a:spcPts val="3540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FastAPI</a:t>
            </a:r>
          </a:p>
          <a:p>
            <a:pPr algn="l" marL="546001" indent="-273001" lvl="1">
              <a:lnSpc>
                <a:spcPts val="3540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python 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             </a:t>
            </a:r>
            <a:r>
              <a:rPr lang="en-US" b="true" sz="252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AI</a:t>
            </a:r>
          </a:p>
          <a:p>
            <a:pPr algn="l" marL="546001" indent="-273001" lvl="1">
              <a:lnSpc>
                <a:spcPts val="3540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Tesseract OCR</a:t>
            </a:r>
          </a:p>
          <a:p>
            <a:pPr algn="l" marL="546001" indent="-273001" lvl="1">
              <a:lnSpc>
                <a:spcPts val="3540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Gemini for chatbot </a:t>
            </a:r>
          </a:p>
          <a:p>
            <a:pPr algn="ctr">
              <a:lnSpc>
                <a:spcPts val="2700"/>
              </a:lnSpc>
            </a:pPr>
          </a:p>
          <a:p>
            <a:pPr algn="ctr">
              <a:lnSpc>
                <a:spcPts val="2700"/>
              </a:lnSpc>
            </a:pP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764367" y="7358519"/>
            <a:ext cx="4280921" cy="123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b="true" sz="3502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Database</a:t>
            </a:r>
          </a:p>
          <a:p>
            <a:pPr algn="ctr" marL="0" indent="0" lvl="0">
              <a:lnSpc>
                <a:spcPts val="4904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SQLITE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1182" y="1726586"/>
            <a:ext cx="931904" cy="90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3"/>
              </a:lnSpc>
              <a:spcBef>
                <a:spcPct val="0"/>
              </a:spcBef>
            </a:pPr>
            <a:r>
              <a:rPr lang="en-US" sz="518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91182" y="4777974"/>
            <a:ext cx="931904" cy="90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3"/>
              </a:lnSpc>
              <a:spcBef>
                <a:spcPct val="0"/>
              </a:spcBef>
            </a:pPr>
            <a:r>
              <a:rPr lang="en-US" sz="518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91182" y="7690219"/>
            <a:ext cx="931904" cy="90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3"/>
              </a:lnSpc>
              <a:spcBef>
                <a:spcPct val="0"/>
              </a:spcBef>
            </a:pPr>
            <a:r>
              <a:rPr lang="en-US" sz="518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8027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5" y="0"/>
                </a:lnTo>
                <a:lnTo>
                  <a:pt x="21920625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4121" y="-364775"/>
            <a:ext cx="11290359" cy="11885070"/>
            <a:chOff x="0" y="0"/>
            <a:chExt cx="812800" cy="855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5614"/>
            </a:xfrm>
            <a:custGeom>
              <a:avLst/>
              <a:gdLst/>
              <a:ahLst/>
              <a:cxnLst/>
              <a:rect r="r" b="b" t="t" l="l"/>
              <a:pathLst>
                <a:path h="855614" w="812800">
                  <a:moveTo>
                    <a:pt x="406400" y="0"/>
                  </a:moveTo>
                  <a:cubicBezTo>
                    <a:pt x="181951" y="0"/>
                    <a:pt x="0" y="191536"/>
                    <a:pt x="0" y="427807"/>
                  </a:cubicBezTo>
                  <a:cubicBezTo>
                    <a:pt x="0" y="664078"/>
                    <a:pt x="181951" y="855614"/>
                    <a:pt x="406400" y="855614"/>
                  </a:cubicBezTo>
                  <a:cubicBezTo>
                    <a:pt x="630849" y="855614"/>
                    <a:pt x="812800" y="664078"/>
                    <a:pt x="812800" y="427807"/>
                  </a:cubicBezTo>
                  <a:cubicBezTo>
                    <a:pt x="812800" y="1915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2114"/>
              <a:ext cx="660400" cy="73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0372" y="6096227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7"/>
                </a:lnTo>
                <a:lnTo>
                  <a:pt x="0" y="2599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8550" y="6786531"/>
            <a:ext cx="5802484" cy="156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Lo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gin Pag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</a:p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au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h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ati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on</a:t>
            </a:r>
          </a:p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 S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ecur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a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cces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 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as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hb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oard</a:t>
            </a:r>
          </a:p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0372" y="166653"/>
            <a:ext cx="9981344" cy="23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0"/>
              </a:lnSpc>
              <a:spcBef>
                <a:spcPct val="0"/>
              </a:spcBef>
            </a:pPr>
            <a:r>
              <a:rPr lang="en-US" sz="6714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Syst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m In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rface (Screen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hots)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70372" y="3216653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6"/>
                </a:lnTo>
                <a:lnTo>
                  <a:pt x="0" y="2599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4002304">
            <a:off x="9572569" y="30255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5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5" y="2788287"/>
                </a:lnTo>
                <a:lnTo>
                  <a:pt x="19011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489790">
            <a:off x="16288718" y="1169024"/>
            <a:ext cx="1085815" cy="1496738"/>
          </a:xfrm>
          <a:custGeom>
            <a:avLst/>
            <a:gdLst/>
            <a:ahLst/>
            <a:cxnLst/>
            <a:rect r="r" b="b" t="t" l="l"/>
            <a:pathLst>
              <a:path h="1496738" w="1085815">
                <a:moveTo>
                  <a:pt x="0" y="0"/>
                </a:moveTo>
                <a:lnTo>
                  <a:pt x="1085816" y="0"/>
                </a:lnTo>
                <a:lnTo>
                  <a:pt x="1085816" y="1496738"/>
                </a:lnTo>
                <a:lnTo>
                  <a:pt x="0" y="14967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706488">
            <a:off x="13414073" y="592982"/>
            <a:ext cx="939817" cy="1295488"/>
          </a:xfrm>
          <a:custGeom>
            <a:avLst/>
            <a:gdLst/>
            <a:ahLst/>
            <a:cxnLst/>
            <a:rect r="r" b="b" t="t" l="l"/>
            <a:pathLst>
              <a:path h="1295488" w="939817">
                <a:moveTo>
                  <a:pt x="0" y="0"/>
                </a:moveTo>
                <a:lnTo>
                  <a:pt x="939817" y="0"/>
                </a:lnTo>
                <a:lnTo>
                  <a:pt x="939817" y="1295488"/>
                </a:lnTo>
                <a:lnTo>
                  <a:pt x="0" y="1295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263014">
            <a:off x="-48921" y="7823059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4" y="0"/>
                </a:lnTo>
                <a:lnTo>
                  <a:pt x="2018044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423741">
            <a:off x="-509843" y="-827361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5" y="0"/>
                </a:lnTo>
                <a:lnTo>
                  <a:pt x="2018045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28523" y="2422305"/>
            <a:ext cx="8203103" cy="3394034"/>
          </a:xfrm>
          <a:custGeom>
            <a:avLst/>
            <a:gdLst/>
            <a:ahLst/>
            <a:cxnLst/>
            <a:rect r="r" b="b" t="t" l="l"/>
            <a:pathLst>
              <a:path h="3394034" w="8203103">
                <a:moveTo>
                  <a:pt x="0" y="0"/>
                </a:moveTo>
                <a:lnTo>
                  <a:pt x="8203103" y="0"/>
                </a:lnTo>
                <a:lnTo>
                  <a:pt x="8203103" y="3394034"/>
                </a:lnTo>
                <a:lnTo>
                  <a:pt x="0" y="33940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28523" y="6096227"/>
            <a:ext cx="8203103" cy="3707409"/>
          </a:xfrm>
          <a:custGeom>
            <a:avLst/>
            <a:gdLst/>
            <a:ahLst/>
            <a:cxnLst/>
            <a:rect r="r" b="b" t="t" l="l"/>
            <a:pathLst>
              <a:path h="3707409" w="8203103">
                <a:moveTo>
                  <a:pt x="0" y="0"/>
                </a:moveTo>
                <a:lnTo>
                  <a:pt x="8203103" y="0"/>
                </a:lnTo>
                <a:lnTo>
                  <a:pt x="8203103" y="3707410"/>
                </a:lnTo>
                <a:lnTo>
                  <a:pt x="0" y="3707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932" r="0" b="-39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9180" y="3906957"/>
            <a:ext cx="5802484" cy="117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an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di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ng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</a:t>
            </a:r>
            <a:r>
              <a:rPr lang="en-US" b="true" sz="2216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</a:p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ntr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 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t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h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sy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stem</a:t>
            </a:r>
          </a:p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Logi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/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ig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 Up 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216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ccess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8027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5" y="0"/>
                </a:lnTo>
                <a:lnTo>
                  <a:pt x="21920625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4121" y="-364775"/>
            <a:ext cx="11290359" cy="11885070"/>
            <a:chOff x="0" y="0"/>
            <a:chExt cx="812800" cy="855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5614"/>
            </a:xfrm>
            <a:custGeom>
              <a:avLst/>
              <a:gdLst/>
              <a:ahLst/>
              <a:cxnLst/>
              <a:rect r="r" b="b" t="t" l="l"/>
              <a:pathLst>
                <a:path h="855614" w="812800">
                  <a:moveTo>
                    <a:pt x="406400" y="0"/>
                  </a:moveTo>
                  <a:cubicBezTo>
                    <a:pt x="181951" y="0"/>
                    <a:pt x="0" y="191536"/>
                    <a:pt x="0" y="427807"/>
                  </a:cubicBezTo>
                  <a:cubicBezTo>
                    <a:pt x="0" y="664078"/>
                    <a:pt x="181951" y="855614"/>
                    <a:pt x="406400" y="855614"/>
                  </a:cubicBezTo>
                  <a:cubicBezTo>
                    <a:pt x="630849" y="855614"/>
                    <a:pt x="812800" y="664078"/>
                    <a:pt x="812800" y="427807"/>
                  </a:cubicBezTo>
                  <a:cubicBezTo>
                    <a:pt x="812800" y="1915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2114"/>
              <a:ext cx="660400" cy="73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0372" y="6096227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7"/>
                </a:lnTo>
                <a:lnTo>
                  <a:pt x="0" y="2599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0372" y="166653"/>
            <a:ext cx="9981344" cy="23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0"/>
              </a:lnSpc>
              <a:spcBef>
                <a:spcPct val="0"/>
              </a:spcBef>
            </a:pPr>
            <a:r>
              <a:rPr lang="en-US" sz="6714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Syst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m In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rface (Screen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hots)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0372" y="3216653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6"/>
                </a:lnTo>
                <a:lnTo>
                  <a:pt x="0" y="2599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002304">
            <a:off x="9572569" y="30255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5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5" y="2788287"/>
                </a:lnTo>
                <a:lnTo>
                  <a:pt x="19011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489790">
            <a:off x="16288718" y="1169024"/>
            <a:ext cx="1085815" cy="1496738"/>
          </a:xfrm>
          <a:custGeom>
            <a:avLst/>
            <a:gdLst/>
            <a:ahLst/>
            <a:cxnLst/>
            <a:rect r="r" b="b" t="t" l="l"/>
            <a:pathLst>
              <a:path h="1496738" w="1085815">
                <a:moveTo>
                  <a:pt x="0" y="0"/>
                </a:moveTo>
                <a:lnTo>
                  <a:pt x="1085816" y="0"/>
                </a:lnTo>
                <a:lnTo>
                  <a:pt x="1085816" y="1496738"/>
                </a:lnTo>
                <a:lnTo>
                  <a:pt x="0" y="14967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706488">
            <a:off x="13414073" y="592982"/>
            <a:ext cx="939817" cy="1295488"/>
          </a:xfrm>
          <a:custGeom>
            <a:avLst/>
            <a:gdLst/>
            <a:ahLst/>
            <a:cxnLst/>
            <a:rect r="r" b="b" t="t" l="l"/>
            <a:pathLst>
              <a:path h="1295488" w="939817">
                <a:moveTo>
                  <a:pt x="0" y="0"/>
                </a:moveTo>
                <a:lnTo>
                  <a:pt x="939817" y="0"/>
                </a:lnTo>
                <a:lnTo>
                  <a:pt x="939817" y="1295488"/>
                </a:lnTo>
                <a:lnTo>
                  <a:pt x="0" y="1295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263014">
            <a:off x="-48921" y="7823059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4" y="0"/>
                </a:lnTo>
                <a:lnTo>
                  <a:pt x="2018044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423741">
            <a:off x="-509843" y="-827361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5" y="0"/>
                </a:lnTo>
                <a:lnTo>
                  <a:pt x="2018045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88484" y="2167009"/>
            <a:ext cx="8347259" cy="3410751"/>
          </a:xfrm>
          <a:custGeom>
            <a:avLst/>
            <a:gdLst/>
            <a:ahLst/>
            <a:cxnLst/>
            <a:rect r="r" b="b" t="t" l="l"/>
            <a:pathLst>
              <a:path h="3410751" w="8347259">
                <a:moveTo>
                  <a:pt x="0" y="0"/>
                </a:moveTo>
                <a:lnTo>
                  <a:pt x="8347259" y="0"/>
                </a:lnTo>
                <a:lnTo>
                  <a:pt x="8347259" y="3410751"/>
                </a:lnTo>
                <a:lnTo>
                  <a:pt x="0" y="34107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3229" r="0" b="-322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88484" y="5816339"/>
            <a:ext cx="3384075" cy="4114377"/>
          </a:xfrm>
          <a:custGeom>
            <a:avLst/>
            <a:gdLst/>
            <a:ahLst/>
            <a:cxnLst/>
            <a:rect r="r" b="b" t="t" l="l"/>
            <a:pathLst>
              <a:path h="4114377" w="3384075">
                <a:moveTo>
                  <a:pt x="0" y="0"/>
                </a:moveTo>
                <a:lnTo>
                  <a:pt x="3384075" y="0"/>
                </a:lnTo>
                <a:lnTo>
                  <a:pt x="3384075" y="4114377"/>
                </a:lnTo>
                <a:lnTo>
                  <a:pt x="0" y="41143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32221" y="5825410"/>
            <a:ext cx="4703522" cy="4162617"/>
          </a:xfrm>
          <a:custGeom>
            <a:avLst/>
            <a:gdLst/>
            <a:ahLst/>
            <a:cxnLst/>
            <a:rect r="r" b="b" t="t" l="l"/>
            <a:pathLst>
              <a:path h="4162617" w="4703522">
                <a:moveTo>
                  <a:pt x="0" y="0"/>
                </a:moveTo>
                <a:lnTo>
                  <a:pt x="4703522" y="0"/>
                </a:lnTo>
                <a:lnTo>
                  <a:pt x="4703522" y="4162617"/>
                </a:lnTo>
                <a:lnTo>
                  <a:pt x="0" y="41626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8485" y="6096227"/>
            <a:ext cx="5677092" cy="3162073"/>
          </a:xfrm>
          <a:custGeom>
            <a:avLst/>
            <a:gdLst/>
            <a:ahLst/>
            <a:cxnLst/>
            <a:rect r="r" b="b" t="t" l="l"/>
            <a:pathLst>
              <a:path h="3162073" w="5677092">
                <a:moveTo>
                  <a:pt x="0" y="0"/>
                </a:moveTo>
                <a:lnTo>
                  <a:pt x="5677092" y="0"/>
                </a:lnTo>
                <a:lnTo>
                  <a:pt x="5677092" y="3162073"/>
                </a:lnTo>
                <a:lnTo>
                  <a:pt x="0" y="31620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76221" r="0" b="-14295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0" y="3863125"/>
            <a:ext cx="6558842" cy="173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Dashboard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 • Upload receipts/invoices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 • Recent documents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 • Analytics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8027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5" y="0"/>
                </a:lnTo>
                <a:lnTo>
                  <a:pt x="21920625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4121" y="-364775"/>
            <a:ext cx="11290359" cy="11885070"/>
            <a:chOff x="0" y="0"/>
            <a:chExt cx="812800" cy="855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5614"/>
            </a:xfrm>
            <a:custGeom>
              <a:avLst/>
              <a:gdLst/>
              <a:ahLst/>
              <a:cxnLst/>
              <a:rect r="r" b="b" t="t" l="l"/>
              <a:pathLst>
                <a:path h="855614" w="812800">
                  <a:moveTo>
                    <a:pt x="406400" y="0"/>
                  </a:moveTo>
                  <a:cubicBezTo>
                    <a:pt x="181951" y="0"/>
                    <a:pt x="0" y="191536"/>
                    <a:pt x="0" y="427807"/>
                  </a:cubicBezTo>
                  <a:cubicBezTo>
                    <a:pt x="0" y="664078"/>
                    <a:pt x="181951" y="855614"/>
                    <a:pt x="406400" y="855614"/>
                  </a:cubicBezTo>
                  <a:cubicBezTo>
                    <a:pt x="630849" y="855614"/>
                    <a:pt x="812800" y="664078"/>
                    <a:pt x="812800" y="427807"/>
                  </a:cubicBezTo>
                  <a:cubicBezTo>
                    <a:pt x="812800" y="1915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2114"/>
              <a:ext cx="660400" cy="73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0372" y="6096227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7"/>
                </a:lnTo>
                <a:lnTo>
                  <a:pt x="0" y="2599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0372" y="166653"/>
            <a:ext cx="9981344" cy="23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0"/>
              </a:lnSpc>
              <a:spcBef>
                <a:spcPct val="0"/>
              </a:spcBef>
            </a:pPr>
            <a:r>
              <a:rPr lang="en-US" sz="6714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Syst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m In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rface (Screen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hots)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0372" y="2773389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6"/>
                </a:lnTo>
                <a:lnTo>
                  <a:pt x="0" y="2599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002304">
            <a:off x="9572569" y="30255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5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5" y="2788287"/>
                </a:lnTo>
                <a:lnTo>
                  <a:pt x="19011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489790">
            <a:off x="16288718" y="1169024"/>
            <a:ext cx="1085815" cy="1496738"/>
          </a:xfrm>
          <a:custGeom>
            <a:avLst/>
            <a:gdLst/>
            <a:ahLst/>
            <a:cxnLst/>
            <a:rect r="r" b="b" t="t" l="l"/>
            <a:pathLst>
              <a:path h="1496738" w="1085815">
                <a:moveTo>
                  <a:pt x="0" y="0"/>
                </a:moveTo>
                <a:lnTo>
                  <a:pt x="1085816" y="0"/>
                </a:lnTo>
                <a:lnTo>
                  <a:pt x="1085816" y="1496738"/>
                </a:lnTo>
                <a:lnTo>
                  <a:pt x="0" y="14967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706488">
            <a:off x="13414073" y="592982"/>
            <a:ext cx="939817" cy="1295488"/>
          </a:xfrm>
          <a:custGeom>
            <a:avLst/>
            <a:gdLst/>
            <a:ahLst/>
            <a:cxnLst/>
            <a:rect r="r" b="b" t="t" l="l"/>
            <a:pathLst>
              <a:path h="1295488" w="939817">
                <a:moveTo>
                  <a:pt x="0" y="0"/>
                </a:moveTo>
                <a:lnTo>
                  <a:pt x="939817" y="0"/>
                </a:lnTo>
                <a:lnTo>
                  <a:pt x="939817" y="1295488"/>
                </a:lnTo>
                <a:lnTo>
                  <a:pt x="0" y="1295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263014">
            <a:off x="-48921" y="7823059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4" y="0"/>
                </a:lnTo>
                <a:lnTo>
                  <a:pt x="2018044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423741">
            <a:off x="-509843" y="-827361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5" y="0"/>
                </a:lnTo>
                <a:lnTo>
                  <a:pt x="2018045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20240" y="1917393"/>
            <a:ext cx="8103320" cy="3433782"/>
          </a:xfrm>
          <a:custGeom>
            <a:avLst/>
            <a:gdLst/>
            <a:ahLst/>
            <a:cxnLst/>
            <a:rect r="r" b="b" t="t" l="l"/>
            <a:pathLst>
              <a:path h="3433782" w="8103320">
                <a:moveTo>
                  <a:pt x="0" y="0"/>
                </a:moveTo>
                <a:lnTo>
                  <a:pt x="8103320" y="0"/>
                </a:lnTo>
                <a:lnTo>
                  <a:pt x="8103320" y="3433782"/>
                </a:lnTo>
                <a:lnTo>
                  <a:pt x="0" y="3433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20642" y="5577760"/>
            <a:ext cx="4658884" cy="4313781"/>
          </a:xfrm>
          <a:custGeom>
            <a:avLst/>
            <a:gdLst/>
            <a:ahLst/>
            <a:cxnLst/>
            <a:rect r="r" b="b" t="t" l="l"/>
            <a:pathLst>
              <a:path h="4313781" w="4658884">
                <a:moveTo>
                  <a:pt x="0" y="0"/>
                </a:moveTo>
                <a:lnTo>
                  <a:pt x="4658884" y="0"/>
                </a:lnTo>
                <a:lnTo>
                  <a:pt x="4658884" y="4313782"/>
                </a:lnTo>
                <a:lnTo>
                  <a:pt x="0" y="4313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70076" y="5577760"/>
            <a:ext cx="4983715" cy="4313781"/>
          </a:xfrm>
          <a:custGeom>
            <a:avLst/>
            <a:gdLst/>
            <a:ahLst/>
            <a:cxnLst/>
            <a:rect r="r" b="b" t="t" l="l"/>
            <a:pathLst>
              <a:path h="4313781" w="4983715">
                <a:moveTo>
                  <a:pt x="0" y="0"/>
                </a:moveTo>
                <a:lnTo>
                  <a:pt x="4983715" y="0"/>
                </a:lnTo>
                <a:lnTo>
                  <a:pt x="4983715" y="4313782"/>
                </a:lnTo>
                <a:lnTo>
                  <a:pt x="0" y="43137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8556" t="0" r="-58587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5204" y="3826291"/>
            <a:ext cx="6558842" cy="93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SETTINGS PAGE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DARK /LIGHT MODE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DATE &amp;CURRENCY PREFERENCES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0372" y="7089388"/>
            <a:ext cx="6558842" cy="62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FEEDBACK &amp;SUGGESTION SUPPORT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CHAT BOT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8027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5" y="0"/>
                </a:lnTo>
                <a:lnTo>
                  <a:pt x="21920625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4121" y="-364775"/>
            <a:ext cx="11290359" cy="11885070"/>
            <a:chOff x="0" y="0"/>
            <a:chExt cx="812800" cy="855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5614"/>
            </a:xfrm>
            <a:custGeom>
              <a:avLst/>
              <a:gdLst/>
              <a:ahLst/>
              <a:cxnLst/>
              <a:rect r="r" b="b" t="t" l="l"/>
              <a:pathLst>
                <a:path h="855614" w="812800">
                  <a:moveTo>
                    <a:pt x="406400" y="0"/>
                  </a:moveTo>
                  <a:cubicBezTo>
                    <a:pt x="181951" y="0"/>
                    <a:pt x="0" y="191536"/>
                    <a:pt x="0" y="427807"/>
                  </a:cubicBezTo>
                  <a:cubicBezTo>
                    <a:pt x="0" y="664078"/>
                    <a:pt x="181951" y="855614"/>
                    <a:pt x="406400" y="855614"/>
                  </a:cubicBezTo>
                  <a:cubicBezTo>
                    <a:pt x="630849" y="855614"/>
                    <a:pt x="812800" y="664078"/>
                    <a:pt x="812800" y="427807"/>
                  </a:cubicBezTo>
                  <a:cubicBezTo>
                    <a:pt x="812800" y="19153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2114"/>
              <a:ext cx="660400" cy="73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0372" y="6502139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7"/>
                </a:lnTo>
                <a:lnTo>
                  <a:pt x="0" y="2599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0372" y="166653"/>
            <a:ext cx="9981344" cy="23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0"/>
              </a:lnSpc>
              <a:spcBef>
                <a:spcPct val="0"/>
              </a:spcBef>
            </a:pPr>
            <a:r>
              <a:rPr lang="en-US" sz="6714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Syst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m In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te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rface (Screen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67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hots)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0372" y="3216653"/>
            <a:ext cx="6558842" cy="2599687"/>
          </a:xfrm>
          <a:custGeom>
            <a:avLst/>
            <a:gdLst/>
            <a:ahLst/>
            <a:cxnLst/>
            <a:rect r="r" b="b" t="t" l="l"/>
            <a:pathLst>
              <a:path h="2599687" w="6558842">
                <a:moveTo>
                  <a:pt x="0" y="0"/>
                </a:moveTo>
                <a:lnTo>
                  <a:pt x="6558842" y="0"/>
                </a:lnTo>
                <a:lnTo>
                  <a:pt x="6558842" y="2599686"/>
                </a:lnTo>
                <a:lnTo>
                  <a:pt x="0" y="2599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002304">
            <a:off x="9572569" y="30255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5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5" y="2788287"/>
                </a:lnTo>
                <a:lnTo>
                  <a:pt x="19011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489790">
            <a:off x="16288718" y="1169024"/>
            <a:ext cx="1085815" cy="1496738"/>
          </a:xfrm>
          <a:custGeom>
            <a:avLst/>
            <a:gdLst/>
            <a:ahLst/>
            <a:cxnLst/>
            <a:rect r="r" b="b" t="t" l="l"/>
            <a:pathLst>
              <a:path h="1496738" w="1085815">
                <a:moveTo>
                  <a:pt x="0" y="0"/>
                </a:moveTo>
                <a:lnTo>
                  <a:pt x="1085816" y="0"/>
                </a:lnTo>
                <a:lnTo>
                  <a:pt x="1085816" y="1496738"/>
                </a:lnTo>
                <a:lnTo>
                  <a:pt x="0" y="14967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706488">
            <a:off x="13414073" y="592982"/>
            <a:ext cx="939817" cy="1295488"/>
          </a:xfrm>
          <a:custGeom>
            <a:avLst/>
            <a:gdLst/>
            <a:ahLst/>
            <a:cxnLst/>
            <a:rect r="r" b="b" t="t" l="l"/>
            <a:pathLst>
              <a:path h="1295488" w="939817">
                <a:moveTo>
                  <a:pt x="0" y="0"/>
                </a:moveTo>
                <a:lnTo>
                  <a:pt x="939817" y="0"/>
                </a:lnTo>
                <a:lnTo>
                  <a:pt x="939817" y="1295488"/>
                </a:lnTo>
                <a:lnTo>
                  <a:pt x="0" y="1295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263014">
            <a:off x="-48921" y="7823059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4" y="0"/>
                </a:lnTo>
                <a:lnTo>
                  <a:pt x="2018044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423741">
            <a:off x="-509843" y="-827361"/>
            <a:ext cx="2018044" cy="3712122"/>
          </a:xfrm>
          <a:custGeom>
            <a:avLst/>
            <a:gdLst/>
            <a:ahLst/>
            <a:cxnLst/>
            <a:rect r="r" b="b" t="t" l="l"/>
            <a:pathLst>
              <a:path h="3712122" w="2018044">
                <a:moveTo>
                  <a:pt x="0" y="0"/>
                </a:moveTo>
                <a:lnTo>
                  <a:pt x="2018045" y="0"/>
                </a:lnTo>
                <a:lnTo>
                  <a:pt x="2018045" y="3712122"/>
                </a:lnTo>
                <a:lnTo>
                  <a:pt x="0" y="37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65209" y="2773389"/>
            <a:ext cx="6143376" cy="3233298"/>
          </a:xfrm>
          <a:custGeom>
            <a:avLst/>
            <a:gdLst/>
            <a:ahLst/>
            <a:cxnLst/>
            <a:rect r="r" b="b" t="t" l="l"/>
            <a:pathLst>
              <a:path h="3233298" w="6143376">
                <a:moveTo>
                  <a:pt x="0" y="0"/>
                </a:moveTo>
                <a:lnTo>
                  <a:pt x="6143376" y="0"/>
                </a:lnTo>
                <a:lnTo>
                  <a:pt x="6143376" y="3233298"/>
                </a:lnTo>
                <a:lnTo>
                  <a:pt x="0" y="32332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8401" r="0" b="-1840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0372" y="6305938"/>
            <a:ext cx="6558842" cy="2795887"/>
          </a:xfrm>
          <a:custGeom>
            <a:avLst/>
            <a:gdLst/>
            <a:ahLst/>
            <a:cxnLst/>
            <a:rect r="r" b="b" t="t" l="l"/>
            <a:pathLst>
              <a:path h="2795887" w="6558842">
                <a:moveTo>
                  <a:pt x="0" y="0"/>
                </a:moveTo>
                <a:lnTo>
                  <a:pt x="6558842" y="0"/>
                </a:lnTo>
                <a:lnTo>
                  <a:pt x="6558842" y="2795888"/>
                </a:lnTo>
                <a:lnTo>
                  <a:pt x="0" y="27958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4981" r="0" b="-498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593802" y="6305938"/>
            <a:ext cx="6314783" cy="3149498"/>
          </a:xfrm>
          <a:custGeom>
            <a:avLst/>
            <a:gdLst/>
            <a:ahLst/>
            <a:cxnLst/>
            <a:rect r="r" b="b" t="t" l="l"/>
            <a:pathLst>
              <a:path h="3149498" w="6314783">
                <a:moveTo>
                  <a:pt x="0" y="0"/>
                </a:moveTo>
                <a:lnTo>
                  <a:pt x="6314783" y="0"/>
                </a:lnTo>
                <a:lnTo>
                  <a:pt x="6314783" y="3149498"/>
                </a:lnTo>
                <a:lnTo>
                  <a:pt x="0" y="3149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70372" y="3662044"/>
            <a:ext cx="6558842" cy="187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ADMIN PAGE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admin authentication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visual dashboard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02F5A"/>
                </a:solidFill>
                <a:latin typeface="Fredoka"/>
                <a:ea typeface="Fredoka"/>
                <a:cs typeface="Fredoka"/>
                <a:sym typeface="Fredoka"/>
              </a:rPr>
              <a:t>user registered analyis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557497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00254" y="5998101"/>
            <a:ext cx="19594158" cy="5054026"/>
            <a:chOff x="0" y="0"/>
            <a:chExt cx="5160601" cy="13311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0601" cy="1331102"/>
            </a:xfrm>
            <a:custGeom>
              <a:avLst/>
              <a:gdLst/>
              <a:ahLst/>
              <a:cxnLst/>
              <a:rect r="r" b="b" t="t" l="l"/>
              <a:pathLst>
                <a:path h="1331102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1331102"/>
                  </a:lnTo>
                  <a:lnTo>
                    <a:pt x="0" y="1331102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60601" cy="1369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58257" y="-49282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318541" y="981075"/>
            <a:ext cx="10539716" cy="13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0"/>
              </a:lnSpc>
              <a:spcBef>
                <a:spcPct val="0"/>
              </a:spcBef>
            </a:pPr>
            <a:r>
              <a:rPr lang="en-US" sz="7914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 F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e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a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ure En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h</a:t>
            </a:r>
            <a:r>
              <a:rPr lang="en-US" sz="79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ancements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4303" y="2703497"/>
            <a:ext cx="12733954" cy="700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b="true" sz="2479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Improved Dashb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 UI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• Blu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-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pu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rple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gra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ient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ayout f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or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modern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erface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Auto-Scroll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viga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ion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Cli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king D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cume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in sid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bar automatically s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rolls 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 th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Recen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Doc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u</a:t>
            </a:r>
            <a:r>
              <a:rPr lang="en-US" b="true" sz="2479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ments section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Expense Analysis Visualization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Ana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yt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cs char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t t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o tr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ck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ing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patterns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Invoi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 Data Verificati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on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• U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rs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an preview and edi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x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tr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acted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invoice dat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Inte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act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ve Chat As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istant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• Built-i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n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sista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t to guid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rs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w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thin the d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479" strike="noStrike" u="none">
                <a:solidFill>
                  <a:srgbClr val="B9D9FA"/>
                </a:solidFill>
                <a:latin typeface="Cocomat Pro"/>
                <a:ea typeface="Cocomat Pro"/>
                <a:cs typeface="Cocomat Pro"/>
                <a:sym typeface="Cocomat Pro"/>
              </a:rPr>
              <a:t>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53079" y="9040851"/>
            <a:ext cx="19594158" cy="4238660"/>
            <a:chOff x="0" y="0"/>
            <a:chExt cx="5160601" cy="1116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0601" cy="1116355"/>
            </a:xfrm>
            <a:custGeom>
              <a:avLst/>
              <a:gdLst/>
              <a:ahLst/>
              <a:cxnLst/>
              <a:rect r="r" b="b" t="t" l="l"/>
              <a:pathLst>
                <a:path h="1116355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1116355"/>
                  </a:lnTo>
                  <a:lnTo>
                    <a:pt x="0" y="1116355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60601" cy="1154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1472662"/>
            <a:ext cx="18288000" cy="7248698"/>
          </a:xfrm>
          <a:custGeom>
            <a:avLst/>
            <a:gdLst/>
            <a:ahLst/>
            <a:cxnLst/>
            <a:rect r="r" b="b" t="t" l="l"/>
            <a:pathLst>
              <a:path h="7248698" w="18288000">
                <a:moveTo>
                  <a:pt x="0" y="0"/>
                </a:moveTo>
                <a:lnTo>
                  <a:pt x="18288000" y="0"/>
                </a:lnTo>
                <a:lnTo>
                  <a:pt x="18288000" y="7248698"/>
                </a:lnTo>
                <a:lnTo>
                  <a:pt x="0" y="724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8944" y="2050505"/>
            <a:ext cx="14485448" cy="613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b="true" sz="2632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OCR Accuracy Issues</a:t>
            </a:r>
            <a:r>
              <a:rPr lang="en-US" sz="2632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Difficulty extracting text from handwritten or l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ow-quali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ty re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ipts.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Rece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pt Format Var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ti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ons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– Diff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erent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y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out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made field de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tection inconsistent.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Im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age Qua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li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ty Probl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Blurry, ti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lted, or p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oorly lit image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 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educed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OCR accurac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y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Data Structuring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– Converting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w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OCR outp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 into structured fi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ds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re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qui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extra proce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ssing.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System In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egrat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ion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–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Coordinating front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end, ba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ckend, OCR, 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nd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abase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compone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nts.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Chatbot Integration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Ensuring the chatbot p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vide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use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ful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nd accur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ate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resp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onses.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UI Desi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Building a simple and user-fr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iendly receipt uplo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ad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nterface.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Data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base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Manag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em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ent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Organizing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and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retrievin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 rece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ipt d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ata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effic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ntly u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sing SQLi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sting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– V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lidating th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sys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tem with various receipt types 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nd f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ormats.</a:t>
            </a:r>
          </a:p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 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Time Manage</a:t>
            </a:r>
            <a:r>
              <a:rPr lang="en-US" b="true" sz="2632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 – Man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ging develop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632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ent, testing, and documentation within deadlines.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06505" y="626992"/>
            <a:ext cx="8921359" cy="13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8"/>
              </a:lnSpc>
              <a:spcBef>
                <a:spcPct val="0"/>
              </a:spcBef>
            </a:pPr>
            <a:r>
              <a:rPr lang="en-US" sz="7748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CHALLENGES FACED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570438">
            <a:off x="-2211646" y="-1564806"/>
            <a:ext cx="4893014" cy="4688397"/>
          </a:xfrm>
          <a:custGeom>
            <a:avLst/>
            <a:gdLst/>
            <a:ahLst/>
            <a:cxnLst/>
            <a:rect r="r" b="b" t="t" l="l"/>
            <a:pathLst>
              <a:path h="4688397" w="4893014">
                <a:moveTo>
                  <a:pt x="0" y="0"/>
                </a:moveTo>
                <a:lnTo>
                  <a:pt x="4893013" y="0"/>
                </a:lnTo>
                <a:lnTo>
                  <a:pt x="4893013" y="4688397"/>
                </a:lnTo>
                <a:lnTo>
                  <a:pt x="0" y="4688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29129" y="-268125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2" y="0"/>
                </a:lnTo>
                <a:lnTo>
                  <a:pt x="3429742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2898421">
            <a:off x="17047276" y="128961"/>
            <a:ext cx="1631858" cy="3001745"/>
          </a:xfrm>
          <a:custGeom>
            <a:avLst/>
            <a:gdLst/>
            <a:ahLst/>
            <a:cxnLst/>
            <a:rect r="r" b="b" t="t" l="l"/>
            <a:pathLst>
              <a:path h="3001745" w="1631858">
                <a:moveTo>
                  <a:pt x="0" y="0"/>
                </a:moveTo>
                <a:lnTo>
                  <a:pt x="1631857" y="0"/>
                </a:lnTo>
                <a:lnTo>
                  <a:pt x="1631857" y="3001746"/>
                </a:lnTo>
                <a:lnTo>
                  <a:pt x="0" y="3001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886227">
            <a:off x="12314283" y="-584287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4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4" y="2788287"/>
                </a:lnTo>
                <a:lnTo>
                  <a:pt x="190110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1021676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53079" y="9040851"/>
            <a:ext cx="19594158" cy="4238660"/>
            <a:chOff x="0" y="0"/>
            <a:chExt cx="5160601" cy="1116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0601" cy="1116355"/>
            </a:xfrm>
            <a:custGeom>
              <a:avLst/>
              <a:gdLst/>
              <a:ahLst/>
              <a:cxnLst/>
              <a:rect r="r" b="b" t="t" l="l"/>
              <a:pathLst>
                <a:path h="1116355" w="5160601">
                  <a:moveTo>
                    <a:pt x="0" y="0"/>
                  </a:moveTo>
                  <a:lnTo>
                    <a:pt x="5160601" y="0"/>
                  </a:lnTo>
                  <a:lnTo>
                    <a:pt x="5160601" y="1116355"/>
                  </a:lnTo>
                  <a:lnTo>
                    <a:pt x="0" y="1116355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60601" cy="1154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60284" y="3077346"/>
            <a:ext cx="14239483" cy="5644013"/>
          </a:xfrm>
          <a:custGeom>
            <a:avLst/>
            <a:gdLst/>
            <a:ahLst/>
            <a:cxnLst/>
            <a:rect r="r" b="b" t="t" l="l"/>
            <a:pathLst>
              <a:path h="5644013" w="14239483">
                <a:moveTo>
                  <a:pt x="0" y="0"/>
                </a:moveTo>
                <a:lnTo>
                  <a:pt x="14239483" y="0"/>
                </a:lnTo>
                <a:lnTo>
                  <a:pt x="14239483" y="5644014"/>
                </a:lnTo>
                <a:lnTo>
                  <a:pt x="0" y="564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07006" y="3285633"/>
            <a:ext cx="10075222" cy="444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sz="2834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The Inv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ice Digitize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Syst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em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lifie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inv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man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by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con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ng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hy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cal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ts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to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tru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ctur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ed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digit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ecord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s.</a:t>
            </a: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K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y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B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</a:t>
            </a:r>
            <a:r>
              <a:rPr lang="en-US" b="true" sz="2834" strike="noStrike" u="none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ts</a:t>
            </a: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•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Red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uce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ma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al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ntry</a:t>
            </a: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 Imp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ve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ina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nc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cor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gan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zat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on</a:t>
            </a: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bl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ex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pense an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aly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sis t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h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ough 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sual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sigh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ts</a:t>
            </a:r>
          </a:p>
          <a:p>
            <a:pPr algn="l" marL="0" indent="0" lvl="0">
              <a:lnSpc>
                <a:spcPts val="3968"/>
              </a:lnSpc>
              <a:spcBef>
                <a:spcPct val="0"/>
              </a:spcBef>
            </a:pP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•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id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ble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sys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tem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or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inv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oice 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man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ge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83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5715" y="989187"/>
            <a:ext cx="6101661" cy="176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39"/>
              </a:lnSpc>
              <a:spcBef>
                <a:spcPct val="0"/>
              </a:spcBef>
            </a:pPr>
            <a:r>
              <a:rPr lang="en-US" sz="103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Conclu</a:t>
            </a:r>
            <a:r>
              <a:rPr lang="en-US" sz="103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10314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570438">
            <a:off x="-1001411" y="-821612"/>
            <a:ext cx="4893014" cy="4688397"/>
          </a:xfrm>
          <a:custGeom>
            <a:avLst/>
            <a:gdLst/>
            <a:ahLst/>
            <a:cxnLst/>
            <a:rect r="r" b="b" t="t" l="l"/>
            <a:pathLst>
              <a:path h="4688397" w="4893014">
                <a:moveTo>
                  <a:pt x="0" y="0"/>
                </a:moveTo>
                <a:lnTo>
                  <a:pt x="4893014" y="0"/>
                </a:lnTo>
                <a:lnTo>
                  <a:pt x="4893014" y="4688397"/>
                </a:lnTo>
                <a:lnTo>
                  <a:pt x="0" y="4688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29129" y="-268125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2" y="0"/>
                </a:lnTo>
                <a:lnTo>
                  <a:pt x="3429742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2898421">
            <a:off x="17047276" y="128961"/>
            <a:ext cx="1631858" cy="3001745"/>
          </a:xfrm>
          <a:custGeom>
            <a:avLst/>
            <a:gdLst/>
            <a:ahLst/>
            <a:cxnLst/>
            <a:rect r="r" b="b" t="t" l="l"/>
            <a:pathLst>
              <a:path h="3001745" w="1631858">
                <a:moveTo>
                  <a:pt x="0" y="0"/>
                </a:moveTo>
                <a:lnTo>
                  <a:pt x="1631857" y="0"/>
                </a:lnTo>
                <a:lnTo>
                  <a:pt x="1631857" y="3001746"/>
                </a:lnTo>
                <a:lnTo>
                  <a:pt x="0" y="3001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886227">
            <a:off x="12314283" y="-584287"/>
            <a:ext cx="1901105" cy="2788287"/>
          </a:xfrm>
          <a:custGeom>
            <a:avLst/>
            <a:gdLst/>
            <a:ahLst/>
            <a:cxnLst/>
            <a:rect r="r" b="b" t="t" l="l"/>
            <a:pathLst>
              <a:path h="2788287" w="1901105">
                <a:moveTo>
                  <a:pt x="1901104" y="0"/>
                </a:moveTo>
                <a:lnTo>
                  <a:pt x="0" y="0"/>
                </a:lnTo>
                <a:lnTo>
                  <a:pt x="0" y="2788287"/>
                </a:lnTo>
                <a:lnTo>
                  <a:pt x="1901104" y="2788287"/>
                </a:lnTo>
                <a:lnTo>
                  <a:pt x="190110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978431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904" y="5935308"/>
            <a:ext cx="7227530" cy="4665042"/>
          </a:xfrm>
          <a:custGeom>
            <a:avLst/>
            <a:gdLst/>
            <a:ahLst/>
            <a:cxnLst/>
            <a:rect r="r" b="b" t="t" l="l"/>
            <a:pathLst>
              <a:path h="4665042" w="7227530">
                <a:moveTo>
                  <a:pt x="0" y="0"/>
                </a:moveTo>
                <a:lnTo>
                  <a:pt x="7227530" y="0"/>
                </a:lnTo>
                <a:lnTo>
                  <a:pt x="7227530" y="4665043"/>
                </a:lnTo>
                <a:lnTo>
                  <a:pt x="0" y="4665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20763" y="-665555"/>
            <a:ext cx="10937499" cy="11704600"/>
            <a:chOff x="0" y="0"/>
            <a:chExt cx="2880658" cy="30826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0658" cy="3082693"/>
            </a:xfrm>
            <a:custGeom>
              <a:avLst/>
              <a:gdLst/>
              <a:ahLst/>
              <a:cxnLst/>
              <a:rect r="r" b="b" t="t" l="l"/>
              <a:pathLst>
                <a:path h="3082693" w="2880658">
                  <a:moveTo>
                    <a:pt x="0" y="0"/>
                  </a:moveTo>
                  <a:lnTo>
                    <a:pt x="2880658" y="0"/>
                  </a:lnTo>
                  <a:lnTo>
                    <a:pt x="2880658" y="3082693"/>
                  </a:lnTo>
                  <a:lnTo>
                    <a:pt x="0" y="3082693"/>
                  </a:ln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80658" cy="3120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22984" y="3582934"/>
            <a:ext cx="10282907" cy="4075770"/>
          </a:xfrm>
          <a:custGeom>
            <a:avLst/>
            <a:gdLst/>
            <a:ahLst/>
            <a:cxnLst/>
            <a:rect r="r" b="b" t="t" l="l"/>
            <a:pathLst>
              <a:path h="4075770" w="10282907">
                <a:moveTo>
                  <a:pt x="0" y="0"/>
                </a:moveTo>
                <a:lnTo>
                  <a:pt x="10282906" y="0"/>
                </a:lnTo>
                <a:lnTo>
                  <a:pt x="10282906" y="4075770"/>
                </a:lnTo>
                <a:lnTo>
                  <a:pt x="0" y="4075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61941" y="938717"/>
            <a:ext cx="7237639" cy="13870040"/>
          </a:xfrm>
          <a:custGeom>
            <a:avLst/>
            <a:gdLst/>
            <a:ahLst/>
            <a:cxnLst/>
            <a:rect r="r" b="b" t="t" l="l"/>
            <a:pathLst>
              <a:path h="13870040" w="7237639">
                <a:moveTo>
                  <a:pt x="0" y="0"/>
                </a:moveTo>
                <a:lnTo>
                  <a:pt x="7237640" y="0"/>
                </a:lnTo>
                <a:lnTo>
                  <a:pt x="7237640" y="13870040"/>
                </a:lnTo>
                <a:lnTo>
                  <a:pt x="0" y="13870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58257" y="-486330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220763" y="9695348"/>
            <a:ext cx="3429743" cy="1077982"/>
          </a:xfrm>
          <a:custGeom>
            <a:avLst/>
            <a:gdLst/>
            <a:ahLst/>
            <a:cxnLst/>
            <a:rect r="r" b="b" t="t" l="l"/>
            <a:pathLst>
              <a:path h="1077982" w="3429743">
                <a:moveTo>
                  <a:pt x="0" y="0"/>
                </a:moveTo>
                <a:lnTo>
                  <a:pt x="3429743" y="0"/>
                </a:lnTo>
                <a:lnTo>
                  <a:pt x="3429743" y="1077982"/>
                </a:lnTo>
                <a:lnTo>
                  <a:pt x="0" y="10779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8593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30024" y="932966"/>
            <a:ext cx="2307061" cy="2307061"/>
          </a:xfrm>
          <a:custGeom>
            <a:avLst/>
            <a:gdLst/>
            <a:ahLst/>
            <a:cxnLst/>
            <a:rect r="r" b="b" t="t" l="l"/>
            <a:pathLst>
              <a:path h="2307061" w="2307061">
                <a:moveTo>
                  <a:pt x="0" y="0"/>
                </a:moveTo>
                <a:lnTo>
                  <a:pt x="2307061" y="0"/>
                </a:lnTo>
                <a:lnTo>
                  <a:pt x="2307061" y="2307061"/>
                </a:lnTo>
                <a:lnTo>
                  <a:pt x="0" y="23070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24656" y="2016741"/>
            <a:ext cx="7929713" cy="10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  <a:spcBef>
                <a:spcPct val="0"/>
              </a:spcBef>
            </a:pPr>
            <a:r>
              <a:rPr lang="en-US" sz="5914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Future Enha</a:t>
            </a:r>
            <a:r>
              <a:rPr lang="en-US" sz="5914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nc</a:t>
            </a:r>
            <a:r>
              <a:rPr lang="en-US" sz="5914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ement</a:t>
            </a:r>
            <a:r>
              <a:rPr lang="en-US" sz="5914" strike="noStrike" u="none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0942" y="4483698"/>
            <a:ext cx="8946991" cy="286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955" indent="-250977" lvl="1">
              <a:lnSpc>
                <a:spcPts val="3254"/>
              </a:lnSpc>
              <a:spcBef>
                <a:spcPct val="0"/>
              </a:spcBef>
              <a:buFont typeface="Arial"/>
              <a:buChar char="•"/>
            </a:pPr>
            <a:r>
              <a:rPr lang="en-US" sz="2324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Use </a:t>
            </a:r>
            <a:r>
              <a:rPr lang="en-US" b="true" sz="2324">
                <a:solidFill>
                  <a:srgbClr val="202F5A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Azure Blob</a:t>
            </a:r>
            <a:r>
              <a:rPr lang="en-US" sz="2324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St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or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ag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for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ec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an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scalab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l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 inv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ice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st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or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</a:p>
          <a:p>
            <a:pPr algn="l" marL="501955" indent="-250977" lvl="1">
              <a:lnSpc>
                <a:spcPts val="3254"/>
              </a:lnSpc>
              <a:spcBef>
                <a:spcPct val="0"/>
              </a:spcBef>
              <a:buFont typeface="Arial"/>
              <a:buChar char="•"/>
            </a:pP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Au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to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mati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da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x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trac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from r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p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us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ng 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m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azon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Textract</a:t>
            </a:r>
          </a:p>
          <a:p>
            <a:pPr algn="l" marL="501955" indent="-250977" lvl="1">
              <a:lnSpc>
                <a:spcPts val="3254"/>
              </a:lnSpc>
              <a:spcBef>
                <a:spcPct val="0"/>
              </a:spcBef>
              <a:buFont typeface="Arial"/>
              <a:buChar char="•"/>
            </a:pP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AI-ba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sed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expe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nse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goriza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ion (Food, 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avel,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Off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ce, etc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.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)</a:t>
            </a:r>
          </a:p>
          <a:p>
            <a:pPr algn="l" marL="501955" indent="-250977" lvl="1">
              <a:lnSpc>
                <a:spcPts val="3254"/>
              </a:lnSpc>
              <a:spcBef>
                <a:spcPct val="0"/>
              </a:spcBef>
              <a:buFont typeface="Arial"/>
              <a:buChar char="•"/>
            </a:pP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Adva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ced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se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arch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a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n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d filt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e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rs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 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for invo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i</a:t>
            </a:r>
            <a:r>
              <a:rPr lang="en-US" sz="2324" strike="noStrike" u="none">
                <a:solidFill>
                  <a:srgbClr val="202F5A"/>
                </a:solidFill>
                <a:latin typeface="Cocomat Pro"/>
                <a:ea typeface="Cocomat Pro"/>
                <a:cs typeface="Cocomat Pro"/>
                <a:sym typeface="Cocomat Pro"/>
              </a:rPr>
              <a:t>ces</a:t>
            </a:r>
          </a:p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D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6313" y="-1255514"/>
            <a:ext cx="21920626" cy="12330352"/>
          </a:xfrm>
          <a:custGeom>
            <a:avLst/>
            <a:gdLst/>
            <a:ahLst/>
            <a:cxnLst/>
            <a:rect r="r" b="b" t="t" l="l"/>
            <a:pathLst>
              <a:path h="12330352" w="21920626">
                <a:moveTo>
                  <a:pt x="0" y="0"/>
                </a:moveTo>
                <a:lnTo>
                  <a:pt x="21920626" y="0"/>
                </a:lnTo>
                <a:lnTo>
                  <a:pt x="21920626" y="12330352"/>
                </a:lnTo>
                <a:lnTo>
                  <a:pt x="0" y="1233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2254" y="7992362"/>
            <a:ext cx="19804722" cy="3570876"/>
            <a:chOff x="0" y="0"/>
            <a:chExt cx="1471751" cy="2653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1751" cy="265363"/>
            </a:xfrm>
            <a:custGeom>
              <a:avLst/>
              <a:gdLst/>
              <a:ahLst/>
              <a:cxnLst/>
              <a:rect r="r" b="b" t="t" l="l"/>
              <a:pathLst>
                <a:path h="265363" w="1471751">
                  <a:moveTo>
                    <a:pt x="735876" y="0"/>
                  </a:moveTo>
                  <a:cubicBezTo>
                    <a:pt x="329463" y="0"/>
                    <a:pt x="0" y="59404"/>
                    <a:pt x="0" y="132682"/>
                  </a:cubicBezTo>
                  <a:cubicBezTo>
                    <a:pt x="0" y="205960"/>
                    <a:pt x="329463" y="265363"/>
                    <a:pt x="735876" y="265363"/>
                  </a:cubicBezTo>
                  <a:cubicBezTo>
                    <a:pt x="1142289" y="265363"/>
                    <a:pt x="1471751" y="205960"/>
                    <a:pt x="1471751" y="132682"/>
                  </a:cubicBezTo>
                  <a:cubicBezTo>
                    <a:pt x="1471751" y="59404"/>
                    <a:pt x="1142289" y="0"/>
                    <a:pt x="735876" y="0"/>
                  </a:cubicBezTo>
                  <a:close/>
                </a:path>
              </a:pathLst>
            </a:custGeom>
            <a:solidFill>
              <a:srgbClr val="202F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7977" y="-13222"/>
              <a:ext cx="1195798" cy="253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16479" y="3894430"/>
            <a:ext cx="6066511" cy="9372419"/>
          </a:xfrm>
          <a:custGeom>
            <a:avLst/>
            <a:gdLst/>
            <a:ahLst/>
            <a:cxnLst/>
            <a:rect r="r" b="b" t="t" l="l"/>
            <a:pathLst>
              <a:path h="9372419" w="6066511">
                <a:moveTo>
                  <a:pt x="0" y="0"/>
                </a:moveTo>
                <a:lnTo>
                  <a:pt x="6066511" y="0"/>
                </a:lnTo>
                <a:lnTo>
                  <a:pt x="6066511" y="9372419"/>
                </a:lnTo>
                <a:lnTo>
                  <a:pt x="0" y="9372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41701" y="695325"/>
            <a:ext cx="11404599" cy="319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33"/>
              </a:lnSpc>
              <a:spcBef>
                <a:spcPct val="0"/>
              </a:spcBef>
            </a:pPr>
            <a:r>
              <a:rPr lang="en-US" sz="16952" strike="noStrike" u="none">
                <a:solidFill>
                  <a:srgbClr val="202F5A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7166" y="5565833"/>
            <a:ext cx="3614634" cy="4211967"/>
          </a:xfrm>
          <a:custGeom>
            <a:avLst/>
            <a:gdLst/>
            <a:ahLst/>
            <a:cxnLst/>
            <a:rect r="r" b="b" t="t" l="l"/>
            <a:pathLst>
              <a:path h="4211967" w="3614634">
                <a:moveTo>
                  <a:pt x="0" y="0"/>
                </a:moveTo>
                <a:lnTo>
                  <a:pt x="3614633" y="0"/>
                </a:lnTo>
                <a:lnTo>
                  <a:pt x="3614633" y="4211967"/>
                </a:lnTo>
                <a:lnTo>
                  <a:pt x="0" y="42119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28904">
            <a:off x="13452074" y="5904625"/>
            <a:ext cx="3891074" cy="4016592"/>
          </a:xfrm>
          <a:custGeom>
            <a:avLst/>
            <a:gdLst/>
            <a:ahLst/>
            <a:cxnLst/>
            <a:rect r="r" b="b" t="t" l="l"/>
            <a:pathLst>
              <a:path h="4016592" w="3891074">
                <a:moveTo>
                  <a:pt x="0" y="0"/>
                </a:moveTo>
                <a:lnTo>
                  <a:pt x="3891074" y="0"/>
                </a:lnTo>
                <a:lnTo>
                  <a:pt x="3891074" y="4016592"/>
                </a:lnTo>
                <a:lnTo>
                  <a:pt x="0" y="4016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713011">
            <a:off x="15847988" y="3115346"/>
            <a:ext cx="1438323" cy="1982651"/>
          </a:xfrm>
          <a:custGeom>
            <a:avLst/>
            <a:gdLst/>
            <a:ahLst/>
            <a:cxnLst/>
            <a:rect r="r" b="b" t="t" l="l"/>
            <a:pathLst>
              <a:path h="1982651" w="1438323">
                <a:moveTo>
                  <a:pt x="0" y="0"/>
                </a:moveTo>
                <a:lnTo>
                  <a:pt x="1438323" y="0"/>
                </a:lnTo>
                <a:lnTo>
                  <a:pt x="1438323" y="1982650"/>
                </a:lnTo>
                <a:lnTo>
                  <a:pt x="0" y="198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883154">
            <a:off x="985636" y="3078541"/>
            <a:ext cx="1438323" cy="1982651"/>
          </a:xfrm>
          <a:custGeom>
            <a:avLst/>
            <a:gdLst/>
            <a:ahLst/>
            <a:cxnLst/>
            <a:rect r="r" b="b" t="t" l="l"/>
            <a:pathLst>
              <a:path h="1982651" w="1438323">
                <a:moveTo>
                  <a:pt x="0" y="0"/>
                </a:moveTo>
                <a:lnTo>
                  <a:pt x="1438323" y="0"/>
                </a:lnTo>
                <a:lnTo>
                  <a:pt x="1438323" y="1982650"/>
                </a:lnTo>
                <a:lnTo>
                  <a:pt x="0" y="198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68568">
            <a:off x="630422" y="299528"/>
            <a:ext cx="1933653" cy="2508276"/>
          </a:xfrm>
          <a:custGeom>
            <a:avLst/>
            <a:gdLst/>
            <a:ahLst/>
            <a:cxnLst/>
            <a:rect r="r" b="b" t="t" l="l"/>
            <a:pathLst>
              <a:path h="2508276" w="1933653">
                <a:moveTo>
                  <a:pt x="0" y="0"/>
                </a:moveTo>
                <a:lnTo>
                  <a:pt x="1933653" y="0"/>
                </a:lnTo>
                <a:lnTo>
                  <a:pt x="1933653" y="2508277"/>
                </a:lnTo>
                <a:lnTo>
                  <a:pt x="0" y="25082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532309">
            <a:off x="15959254" y="-1399989"/>
            <a:ext cx="2600091" cy="3803325"/>
          </a:xfrm>
          <a:custGeom>
            <a:avLst/>
            <a:gdLst/>
            <a:ahLst/>
            <a:cxnLst/>
            <a:rect r="r" b="b" t="t" l="l"/>
            <a:pathLst>
              <a:path h="3803325" w="2600091">
                <a:moveTo>
                  <a:pt x="0" y="0"/>
                </a:moveTo>
                <a:lnTo>
                  <a:pt x="2600092" y="0"/>
                </a:lnTo>
                <a:lnTo>
                  <a:pt x="2600092" y="3803325"/>
                </a:lnTo>
                <a:lnTo>
                  <a:pt x="0" y="3803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DAHDcAxWxA8</dc:identifier>
  <dcterms:modified xsi:type="dcterms:W3CDTF">2011-08-01T06:04:30Z</dcterms:modified>
  <cp:revision>1</cp:revision>
  <dc:title>Blue Beige Geometry Group Project Presentation</dc:title>
</cp:coreProperties>
</file>