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6" r:id="rId11"/>
    <p:sldId id="268" r:id="rId12"/>
    <p:sldId id="262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7E4D-DC9A-0F7C-F419-C4562A466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277" y="2821859"/>
            <a:ext cx="8825658" cy="2535626"/>
          </a:xfrm>
        </p:spPr>
        <p:txBody>
          <a:bodyPr/>
          <a:lstStyle/>
          <a:p>
            <a:r>
              <a:rPr lang="en-US" b="1" dirty="0"/>
              <a:t>Receipt and Invoice Digitizer</a:t>
            </a:r>
            <a:br>
              <a:rPr lang="en-US" dirty="0"/>
            </a:br>
            <a:r>
              <a:rPr lang="en-US" b="1" dirty="0"/>
              <a:t>Milestone 3 – Admin Dashboard &amp; System Enhancements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3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DD908A-8987-22D5-43CD-9BBFC8C12036}"/>
              </a:ext>
            </a:extLst>
          </p:cNvPr>
          <p:cNvSpPr txBox="1"/>
          <p:nvPr/>
        </p:nvSpPr>
        <p:spPr>
          <a:xfrm>
            <a:off x="226142" y="235974"/>
            <a:ext cx="9871587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Team Project Presentation</a:t>
            </a:r>
          </a:p>
          <a:p>
            <a:endParaRPr lang="en-US" sz="3200" b="1" dirty="0"/>
          </a:p>
          <a:p>
            <a:r>
              <a:rPr lang="en-US" sz="2800" b="1" dirty="0"/>
              <a:t>Developed By: </a:t>
            </a:r>
            <a:endParaRPr lang="en-US" sz="2000" b="1" dirty="0"/>
          </a:p>
          <a:p>
            <a:r>
              <a:rPr lang="en-US" sz="3600" b="1" cap="all" dirty="0"/>
              <a:t>Frontend:</a:t>
            </a:r>
            <a:r>
              <a:rPr lang="en-US" sz="3600" cap="all" dirty="0"/>
              <a:t> srushti</a:t>
            </a:r>
          </a:p>
          <a:p>
            <a:r>
              <a:rPr lang="en-US" sz="3600" b="1" cap="all" dirty="0"/>
              <a:t>Database</a:t>
            </a:r>
            <a:r>
              <a:rPr lang="en-US" sz="3600" cap="all" dirty="0"/>
              <a:t>: Leelakrishna kondapaturi</a:t>
            </a:r>
          </a:p>
          <a:p>
            <a:r>
              <a:rPr lang="en-US" sz="3600" b="1" cap="all" dirty="0"/>
              <a:t>Backend and Ai: </a:t>
            </a:r>
            <a:r>
              <a:rPr lang="en-US" sz="3600" cap="all" dirty="0"/>
              <a:t>Shaik Ayisha</a:t>
            </a:r>
          </a:p>
          <a:p>
            <a:endParaRPr lang="en-US" sz="2000" b="1" dirty="0"/>
          </a:p>
          <a:p>
            <a:endParaRPr lang="en-US" dirty="0"/>
          </a:p>
          <a:p>
            <a:endParaRPr lang="en-US" dirty="0"/>
          </a:p>
          <a:p>
            <a:r>
              <a:rPr lang="en-US" sz="3600" dirty="0"/>
              <a:t>Technologies: </a:t>
            </a:r>
            <a:r>
              <a:rPr lang="en-US" sz="3600" b="1" dirty="0"/>
              <a:t>React, Flask, OCR, Gemini API</a:t>
            </a:r>
            <a:endParaRPr lang="en-US" sz="3600" dirty="0"/>
          </a:p>
          <a:p>
            <a:r>
              <a:rPr lang="en-US" sz="3600" dirty="0"/>
              <a:t>Milestone Focus: </a:t>
            </a:r>
            <a:r>
              <a:rPr lang="en-US" sz="3600" b="1" dirty="0"/>
              <a:t>Admin Panel &amp; User Management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01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0724-A947-3698-DAFB-837A1867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B263F-3D45-0B62-1C8A-D0D93281B045}"/>
              </a:ext>
            </a:extLst>
          </p:cNvPr>
          <p:cNvSpPr txBox="1"/>
          <p:nvPr/>
        </p:nvSpPr>
        <p:spPr>
          <a:xfrm>
            <a:off x="698090" y="2271252"/>
            <a:ext cx="1105145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Receipt and Invoice Digitizer</a:t>
            </a:r>
            <a:r>
              <a:rPr lang="en-US" dirty="0"/>
              <a:t> is a system designed to convert physical receipts and invoices into structured digital data</a:t>
            </a:r>
          </a:p>
          <a:p>
            <a:endParaRPr lang="en-US" dirty="0"/>
          </a:p>
          <a:p>
            <a:r>
              <a:rPr lang="en-US" sz="2000" b="1" dirty="0"/>
              <a:t>Key Objective</a:t>
            </a:r>
          </a:p>
          <a:p>
            <a:r>
              <a:rPr lang="en-US" dirty="0"/>
              <a:t>Automatically extract important information from receipts and invoices.</a:t>
            </a:r>
          </a:p>
          <a:p>
            <a:endParaRPr lang="en-US" dirty="0"/>
          </a:p>
          <a:p>
            <a:r>
              <a:rPr lang="en-US" b="1" dirty="0"/>
              <a:t>Core Features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OCR-based text extraction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Secure user login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AI chatbot assistance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Admin dashboard for monitoring uploads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9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EF45-0D1A-0F03-E821-0B7DC6E5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 3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B3851-3845-0F0E-A7C6-6348A8167175}"/>
              </a:ext>
            </a:extLst>
          </p:cNvPr>
          <p:cNvSpPr txBox="1"/>
          <p:nvPr/>
        </p:nvSpPr>
        <p:spPr>
          <a:xfrm>
            <a:off x="432619" y="2359742"/>
            <a:ext cx="1135625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Milestone 3, we focused on implementing the </a:t>
            </a:r>
            <a:r>
              <a:rPr lang="en-US" sz="2000" b="1" dirty="0"/>
              <a:t>Admin Dashboard and System Management Features.</a:t>
            </a:r>
          </a:p>
          <a:p>
            <a:endParaRPr lang="en-US" dirty="0"/>
          </a:p>
          <a:p>
            <a:r>
              <a:rPr lang="en-US" sz="2400" b="1" dirty="0"/>
              <a:t>Goals:</a:t>
            </a:r>
            <a:endParaRPr lang="en-US" sz="24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Build an </a:t>
            </a:r>
            <a:r>
              <a:rPr lang="en-US" b="1" dirty="0"/>
              <a:t>Admin Control Panel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Display uploaded invoices and receipts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Visualize system activity through graphs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Enable navigation between different admin sections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Improve authentication and user interaction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54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0854-7B77-707D-4A57-10C1CF06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Admin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34C62-E71B-74DE-CFF2-FC69DB6593AE}"/>
              </a:ext>
            </a:extLst>
          </p:cNvPr>
          <p:cNvSpPr txBox="1"/>
          <p:nvPr/>
        </p:nvSpPr>
        <p:spPr>
          <a:xfrm>
            <a:off x="117987" y="2192594"/>
            <a:ext cx="1183803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Admin Dashboard</a:t>
            </a:r>
            <a:r>
              <a:rPr lang="en-US" dirty="0"/>
              <a:t> provides an overview of the system activity.</a:t>
            </a:r>
          </a:p>
          <a:p>
            <a:endParaRPr lang="en-US" dirty="0"/>
          </a:p>
          <a:p>
            <a:r>
              <a:rPr lang="en-US" sz="2000" b="1" dirty="0"/>
              <a:t>Features:</a:t>
            </a:r>
            <a:endParaRPr lang="en-US" sz="20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Graph visualization of uploaded invoices/receipts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Summary of system data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Easy navigation to different modules</a:t>
            </a:r>
          </a:p>
          <a:p>
            <a:endParaRPr lang="en-US" dirty="0"/>
          </a:p>
          <a:p>
            <a:r>
              <a:rPr lang="en-US" sz="2000" b="1" dirty="0"/>
              <a:t>Admin Navigation Includes</a:t>
            </a:r>
            <a:endParaRPr lang="en-US" sz="20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Dashboard Page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Users Page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Invoices Page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This helps administrators monitor platform usage and manage data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6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2F9A-CC3A-BB91-7C8D-215B6A6F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Invoice Management (Admin Table)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35B4F-186B-9B71-0CF4-0B2861E74CDE}"/>
              </a:ext>
            </a:extLst>
          </p:cNvPr>
          <p:cNvSpPr txBox="1"/>
          <p:nvPr/>
        </p:nvSpPr>
        <p:spPr>
          <a:xfrm>
            <a:off x="255639" y="2310581"/>
            <a:ext cx="1153323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admin panel includes a table displaying uploaded documents.</a:t>
            </a:r>
          </a:p>
          <a:p>
            <a:endParaRPr lang="en-US" dirty="0"/>
          </a:p>
          <a:p>
            <a:r>
              <a:rPr lang="en-US" sz="2000" b="1" dirty="0"/>
              <a:t>Information Displayed</a:t>
            </a:r>
            <a:endParaRPr lang="en-US" sz="20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Vendor Name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Price / Amount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Invoice or Receipt Status</a:t>
            </a:r>
          </a:p>
          <a:p>
            <a:endParaRPr lang="en-US" dirty="0"/>
          </a:p>
          <a:p>
            <a:r>
              <a:rPr lang="en-US" sz="2000" b="1" dirty="0"/>
              <a:t>Benefits</a:t>
            </a:r>
            <a:endParaRPr lang="en-US" sz="20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Easy tracking of uploaded documents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Quick verification of invoice details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Better financial record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98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23A8-3296-3945-2533-0CB936A7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 &amp; Navigation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A0943-6751-7694-77AF-9152D2845B38}"/>
              </a:ext>
            </a:extLst>
          </p:cNvPr>
          <p:cNvSpPr txBox="1"/>
          <p:nvPr/>
        </p:nvSpPr>
        <p:spPr>
          <a:xfrm>
            <a:off x="1154954" y="2581154"/>
            <a:ext cx="79170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	Implemented a functional </a:t>
            </a:r>
            <a:r>
              <a:rPr lang="en-IN" b="1" dirty="0"/>
              <a:t>sidebar navigation </a:t>
            </a:r>
            <a:r>
              <a:rPr lang="en-IN" dirty="0"/>
              <a:t>for easy movement across dashboard sections.	</a:t>
            </a:r>
          </a:p>
          <a:p>
            <a:r>
              <a:rPr lang="en-IN" dirty="0"/>
              <a:t>•	Added </a:t>
            </a:r>
            <a:r>
              <a:rPr lang="en-IN" b="1" dirty="0"/>
              <a:t>auto-scroll from “Documents” </a:t>
            </a:r>
            <a:r>
              <a:rPr lang="en-IN" dirty="0"/>
              <a:t>in the sidebar to the Recent Documents section.	</a:t>
            </a:r>
          </a:p>
          <a:p>
            <a:r>
              <a:rPr lang="en-IN" dirty="0"/>
              <a:t>•	Introduced a Home dropdown menu with options like Admin profile and Logout</a:t>
            </a:r>
          </a:p>
          <a:p>
            <a:r>
              <a:rPr lang="en-IN" dirty="0"/>
              <a:t>.</a:t>
            </a:r>
            <a:r>
              <a:rPr lang="en-IN" b="1" dirty="0"/>
              <a:t>User Experience Enhancement</a:t>
            </a:r>
            <a:r>
              <a:rPr lang="en-IN" dirty="0"/>
              <a:t>	</a:t>
            </a:r>
          </a:p>
          <a:p>
            <a:r>
              <a:rPr lang="en-IN" dirty="0"/>
              <a:t>•	Designed a consistent global dashboard layout for better usability.	</a:t>
            </a:r>
          </a:p>
          <a:p>
            <a:r>
              <a:rPr lang="en-IN" dirty="0"/>
              <a:t>•	Enabled smooth navigation between sections to improve overall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196417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7634-7A1A-BD42-DEDE-DF69833A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UI/UX Design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84467-0BC1-7A47-CC12-835406836FDE}"/>
              </a:ext>
            </a:extLst>
          </p:cNvPr>
          <p:cNvSpPr txBox="1"/>
          <p:nvPr/>
        </p:nvSpPr>
        <p:spPr>
          <a:xfrm>
            <a:off x="495196" y="2349661"/>
            <a:ext cx="71093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Enhanced Dashboard Theme</a:t>
            </a:r>
          </a:p>
          <a:p>
            <a:r>
              <a:rPr lang="en-US" dirty="0"/>
              <a:t>•	Updated the overall dashboard layout with a blue–purple gradient background.	</a:t>
            </a:r>
          </a:p>
          <a:p>
            <a:r>
              <a:rPr lang="en-US" dirty="0"/>
              <a:t>•	The color palette was chosen to:	</a:t>
            </a:r>
          </a:p>
          <a:p>
            <a:r>
              <a:rPr lang="en-US" dirty="0"/>
              <a:t>•	Improve visual appeal	</a:t>
            </a:r>
          </a:p>
          <a:p>
            <a:r>
              <a:rPr lang="en-US" dirty="0"/>
              <a:t>•	Provide a modern professional interface</a:t>
            </a:r>
          </a:p>
          <a:p>
            <a:r>
              <a:rPr lang="en-US" dirty="0"/>
              <a:t>•	Enhance user focus on key data sections</a:t>
            </a:r>
          </a:p>
          <a:p>
            <a:r>
              <a:rPr lang="en-US" b="1" dirty="0"/>
              <a:t>Structured Content Layout	</a:t>
            </a:r>
          </a:p>
          <a:p>
            <a:r>
              <a:rPr lang="en-US" dirty="0"/>
              <a:t>•	Organized dashboard sections into a clear hierarchy:</a:t>
            </a:r>
          </a:p>
          <a:p>
            <a:r>
              <a:rPr lang="en-US" dirty="0"/>
              <a:t>•	Upload Section	</a:t>
            </a:r>
          </a:p>
          <a:p>
            <a:r>
              <a:rPr lang="en-US" dirty="0"/>
              <a:t>•	Recent Documents	</a:t>
            </a:r>
          </a:p>
          <a:p>
            <a:r>
              <a:rPr lang="en-US" dirty="0"/>
              <a:t>•	Analysis Section</a:t>
            </a:r>
          </a:p>
          <a:p>
            <a:r>
              <a:rPr lang="en-US" dirty="0"/>
              <a:t>•	How-It-Works Guide</a:t>
            </a:r>
          </a:p>
          <a:p>
            <a:r>
              <a:rPr lang="en-US" dirty="0"/>
              <a:t>This structured layout improves information clarity and navigation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437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2AD0-0208-FD7A-F7E4-7E5D056C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&amp;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21B1D-CEBF-06EA-7F09-DA16CFB6C9DA}"/>
              </a:ext>
            </a:extLst>
          </p:cNvPr>
          <p:cNvSpPr txBox="1"/>
          <p:nvPr/>
        </p:nvSpPr>
        <p:spPr>
          <a:xfrm>
            <a:off x="506772" y="2536667"/>
            <a:ext cx="57435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Expense Analysis Chart	</a:t>
            </a:r>
          </a:p>
          <a:p>
            <a:r>
              <a:rPr lang="en-US" dirty="0"/>
              <a:t>•Added an Expense Analysis Chart to visualize extracted invoice data.	</a:t>
            </a:r>
          </a:p>
          <a:p>
            <a:r>
              <a:rPr lang="en-US" dirty="0"/>
              <a:t>•Positioned directly below the Recent Documents section to maintain logical data flow.</a:t>
            </a:r>
          </a:p>
          <a:p>
            <a:r>
              <a:rPr lang="en-US" b="1" dirty="0"/>
              <a:t>Design Decisions</a:t>
            </a:r>
            <a:r>
              <a:rPr lang="en-US" dirty="0"/>
              <a:t>	</a:t>
            </a:r>
          </a:p>
          <a:p>
            <a:r>
              <a:rPr lang="en-US" dirty="0"/>
              <a:t>•Chart displayed inside a pinkish-white card container to visually highlight the analytics area.</a:t>
            </a:r>
          </a:p>
          <a:p>
            <a:r>
              <a:rPr lang="en-US" dirty="0"/>
              <a:t>•Provides users with quick financial insights from uploaded invoices.</a:t>
            </a:r>
          </a:p>
          <a:p>
            <a:r>
              <a:rPr lang="en-US" b="1" dirty="0"/>
              <a:t>User Benefit	</a:t>
            </a:r>
          </a:p>
          <a:p>
            <a:r>
              <a:rPr lang="en-US" dirty="0"/>
              <a:t>•Enables visual tracking of expenses	</a:t>
            </a:r>
          </a:p>
          <a:p>
            <a:r>
              <a:rPr lang="en-US" dirty="0"/>
              <a:t>•Improves data understanding and decision making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8E80E2-80BE-B9A6-8E43-62A612B8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29" y="2536666"/>
            <a:ext cx="5636872" cy="334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0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B02D-3DB2-414D-6D54-B22CD18F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Invoice Data Verification &amp; Editing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25E99-59B6-A817-6841-753E64B0CFF6}"/>
              </a:ext>
            </a:extLst>
          </p:cNvPr>
          <p:cNvSpPr txBox="1"/>
          <p:nvPr/>
        </p:nvSpPr>
        <p:spPr>
          <a:xfrm>
            <a:off x="713772" y="2754775"/>
            <a:ext cx="53822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Invoice Data Extraction Preview</a:t>
            </a:r>
          </a:p>
          <a:p>
            <a:r>
              <a:rPr lang="en-US" dirty="0"/>
              <a:t>•	Implemented a data verification interface for extracted invoice information.	</a:t>
            </a:r>
          </a:p>
          <a:p>
            <a:r>
              <a:rPr lang="en-US" dirty="0"/>
              <a:t>•	Displays extracted fields such as:</a:t>
            </a:r>
          </a:p>
          <a:p>
            <a:r>
              <a:rPr lang="en-US" dirty="0"/>
              <a:t>•	Vendor details	</a:t>
            </a:r>
          </a:p>
          <a:p>
            <a:r>
              <a:rPr lang="en-US" dirty="0"/>
              <a:t>•	Invoice number	</a:t>
            </a:r>
          </a:p>
          <a:p>
            <a:r>
              <a:rPr lang="en-US" dirty="0"/>
              <a:t>•	Dates	</a:t>
            </a:r>
          </a:p>
          <a:p>
            <a:r>
              <a:rPr lang="en-US" dirty="0"/>
              <a:t>•	Line items	</a:t>
            </a:r>
          </a:p>
          <a:p>
            <a:r>
              <a:rPr lang="en-US" dirty="0"/>
              <a:t>•	Financial totals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3FD6B-66D8-0FC1-75DB-EE900D9C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504" y="2604304"/>
            <a:ext cx="6354502" cy="341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6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CEF8-2A0A-4A02-79A3-CDC1F7DF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Invoice Data Verification &amp; Editing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12FF3-FB57-1728-4C20-F6C544609D13}"/>
              </a:ext>
            </a:extLst>
          </p:cNvPr>
          <p:cNvSpPr txBox="1"/>
          <p:nvPr/>
        </p:nvSpPr>
        <p:spPr>
          <a:xfrm>
            <a:off x="1154954" y="2604304"/>
            <a:ext cx="44124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Editable Verification Panel	</a:t>
            </a:r>
          </a:p>
          <a:p>
            <a:r>
              <a:rPr lang="en-US" dirty="0"/>
              <a:t>•	Users can review and edit extracted data before final submission.	</a:t>
            </a:r>
          </a:p>
          <a:p>
            <a:r>
              <a:rPr lang="en-US" dirty="0"/>
              <a:t>•	Supports:	</a:t>
            </a:r>
          </a:p>
          <a:p>
            <a:r>
              <a:rPr lang="en-US" dirty="0"/>
              <a:t>•	Adding missing information	</a:t>
            </a:r>
          </a:p>
          <a:p>
            <a:r>
              <a:rPr lang="en-US" dirty="0"/>
              <a:t>•	Editing incorrect values	</a:t>
            </a:r>
          </a:p>
          <a:p>
            <a:r>
              <a:rPr lang="en-US" dirty="0"/>
              <a:t>•	Removing unwanted entries</a:t>
            </a:r>
          </a:p>
          <a:p>
            <a:r>
              <a:rPr lang="en-US" b="1" dirty="0"/>
              <a:t>Save Functionality	</a:t>
            </a:r>
          </a:p>
          <a:p>
            <a:r>
              <a:rPr lang="en-US" dirty="0"/>
              <a:t>•	After verification, users can save the corrected data, ensuring higher accuracy in stored records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7C1835-987B-A6DF-14C5-270C096CB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526" y="2604303"/>
            <a:ext cx="6099859" cy="364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6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C5B6-2989-9727-431C-916815BD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Backend Features Implemented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4AEEF-58E3-F42B-2D79-CE6535157512}"/>
              </a:ext>
            </a:extLst>
          </p:cNvPr>
          <p:cNvSpPr txBox="1"/>
          <p:nvPr/>
        </p:nvSpPr>
        <p:spPr>
          <a:xfrm>
            <a:off x="462116" y="2212258"/>
            <a:ext cx="11100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Backend enhancements in this milestone include:</a:t>
            </a:r>
          </a:p>
          <a:p>
            <a:r>
              <a:rPr lang="en-US" b="1" dirty="0"/>
              <a:t>Google Authentication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Secure login using Google OAuth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Simplifies user access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Ensures authentication security</a:t>
            </a:r>
          </a:p>
          <a:p>
            <a:endParaRPr lang="en-US" dirty="0"/>
          </a:p>
          <a:p>
            <a:r>
              <a:rPr lang="en-US" b="1" dirty="0"/>
              <a:t>AI Chatbot Integration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Implemented using Gemini API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Helps users interact with the system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Can assist with invoice-related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65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E295-7EA8-A55D-EE02-7303E007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72840-6060-7EC0-21F6-B3BFF23EBF18}"/>
              </a:ext>
            </a:extLst>
          </p:cNvPr>
          <p:cNvSpPr txBox="1"/>
          <p:nvPr/>
        </p:nvSpPr>
        <p:spPr>
          <a:xfrm>
            <a:off x="285135" y="2389239"/>
            <a:ext cx="1174954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Achievements in Milestone 3:</a:t>
            </a:r>
            <a:endParaRPr lang="en-US" sz="20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Admin dashboard implemented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Invoice data monitoring through tables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Graph visualization added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Google login integrated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AI chatbot functionality implemented</a:t>
            </a:r>
          </a:p>
          <a:p>
            <a:endParaRPr lang="en-US" dirty="0"/>
          </a:p>
          <a:p>
            <a:r>
              <a:rPr lang="en-US" sz="2000" b="1" dirty="0"/>
              <a:t>Future Enhancements:</a:t>
            </a:r>
            <a:endParaRPr lang="en-US" sz="2000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Advanced expense analytics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Automated invoice categorization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Multi-language OCR support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Cloud database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75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761A-961B-8411-B7C3-60C6BB45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654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{89F963AC-B98F-4B87-854C-E7D3D9142F31}TF229edf6a-8a49-49ee-a0a6-5037052947485fb3ca0c-bc27bf41d645</Template>
  <TotalTime>59</TotalTime>
  <Words>739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Ion Boardroom</vt:lpstr>
      <vt:lpstr>Receipt and Invoice Digitizer Milestone 3 – Admin Dashboard &amp; System Enhancements</vt:lpstr>
      <vt:lpstr>PowerPoint Presentation</vt:lpstr>
      <vt:lpstr>Project Overview</vt:lpstr>
      <vt:lpstr>Milestone 3 Objectives</vt:lpstr>
      <vt:lpstr>Admin Dashboard</vt:lpstr>
      <vt:lpstr>Invoice Management (Admin Table)</vt:lpstr>
      <vt:lpstr>UI &amp; Navigation Enhancements</vt:lpstr>
      <vt:lpstr>UI/UX Design Improvements</vt:lpstr>
      <vt:lpstr>Data Visualization &amp; Insights</vt:lpstr>
      <vt:lpstr> Invoice Data Verification &amp; Editing</vt:lpstr>
      <vt:lpstr>Invoice Data Verification &amp; Editing</vt:lpstr>
      <vt:lpstr>Backend Features Implemented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leelakrishna kondapatrui</dc:creator>
  <cp:lastModifiedBy>Srushti Yaligar</cp:lastModifiedBy>
  <cp:revision>2</cp:revision>
  <dcterms:created xsi:type="dcterms:W3CDTF">2026-03-05T13:28:19Z</dcterms:created>
  <dcterms:modified xsi:type="dcterms:W3CDTF">2026-03-06T14:11:52Z</dcterms:modified>
</cp:coreProperties>
</file>